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handoutMasterIdLst>
    <p:handoutMasterId r:id="rId8"/>
  </p:handoutMasterIdLst>
  <p:sldIdLst>
    <p:sldId id="256" r:id="rId2"/>
    <p:sldId id="263" r:id="rId3"/>
    <p:sldId id="276" r:id="rId4"/>
    <p:sldId id="261" r:id="rId5"/>
    <p:sldId id="265"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a:srgbClr val="007A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4E2FB-A0CF-4E8C-870A-8F0BE16C193F}" v="2" dt="2026-10-15T08:36:00.288"/>
    <p1510:client id="{5B73FD26-3833-4A23-AE53-455ED551B7AD}" v="1031" dt="2026-10-15T05:59:40.876"/>
    <p1510:client id="{96C41B97-F5C5-04B4-C3EF-D0237238D121}" v="1" dt="2026-10-15T06:55:38.542"/>
    <p1510:client id="{B5E1688A-EF91-6A44-9E88-0B0F50AB9E7A}" v="18" dt="2026-10-14T19:02:25.99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üchi  Mahela" userId="a80567f3-966c-438c-b463-db83217a8900" providerId="ADAL" clId="{01E9FB7D-1E94-591B-B4E6-89CE00C668B6}"/>
    <pc:docChg chg="undo custSel delSld modSld">
      <pc:chgData name="Büchi  Mahela" userId="a80567f3-966c-438c-b463-db83217a8900" providerId="ADAL" clId="{01E9FB7D-1E94-591B-B4E6-89CE00C668B6}" dt="2026-10-14T19:02:25.991" v="106" actId="20577"/>
      <pc:docMkLst>
        <pc:docMk/>
      </pc:docMkLst>
      <pc:sldChg chg="del">
        <pc:chgData name="Büchi  Mahela" userId="a80567f3-966c-438c-b463-db83217a8900" providerId="ADAL" clId="{01E9FB7D-1E94-591B-B4E6-89CE00C668B6}" dt="2026-10-14T09:21:31.609" v="99" actId="2696"/>
        <pc:sldMkLst>
          <pc:docMk/>
          <pc:sldMk cId="710272398" sldId="262"/>
        </pc:sldMkLst>
      </pc:sldChg>
      <pc:sldChg chg="addSp delSp modSp mod modNotesTx">
        <pc:chgData name="Büchi  Mahela" userId="a80567f3-966c-438c-b463-db83217a8900" providerId="ADAL" clId="{01E9FB7D-1E94-591B-B4E6-89CE00C668B6}" dt="2026-10-14T19:02:25.991" v="106" actId="20577"/>
        <pc:sldMkLst>
          <pc:docMk/>
          <pc:sldMk cId="294303585" sldId="265"/>
        </pc:sldMkLst>
        <pc:spChg chg="mod">
          <ac:chgData name="Büchi  Mahela" userId="a80567f3-966c-438c-b463-db83217a8900" providerId="ADAL" clId="{01E9FB7D-1E94-591B-B4E6-89CE00C668B6}" dt="2026-10-14T08:45:44.695" v="0"/>
          <ac:spMkLst>
            <pc:docMk/>
            <pc:sldMk cId="294303585" sldId="265"/>
            <ac:spMk id="2" creationId="{9FF31ECF-EF04-4AAA-9A8E-583E3D217F33}"/>
          </ac:spMkLst>
        </pc:spChg>
        <pc:spChg chg="mod">
          <ac:chgData name="Büchi  Mahela" userId="a80567f3-966c-438c-b463-db83217a8900" providerId="ADAL" clId="{01E9FB7D-1E94-591B-B4E6-89CE00C668B6}" dt="2026-10-14T19:01:50.223" v="105"/>
          <ac:spMkLst>
            <pc:docMk/>
            <pc:sldMk cId="294303585" sldId="265"/>
            <ac:spMk id="3" creationId="{9EE0A683-618F-4D75-846F-0DB536B4E502}"/>
          </ac:spMkLst>
        </pc:spChg>
        <pc:spChg chg="add mod">
          <ac:chgData name="Büchi  Mahela" userId="a80567f3-966c-438c-b463-db83217a8900" providerId="ADAL" clId="{01E9FB7D-1E94-591B-B4E6-89CE00C668B6}" dt="2026-10-14T08:52:18.788" v="44" actId="1076"/>
          <ac:spMkLst>
            <pc:docMk/>
            <pc:sldMk cId="294303585" sldId="265"/>
            <ac:spMk id="7" creationId="{1508E509-B498-B79E-A5FF-42C8508D82E3}"/>
          </ac:spMkLst>
        </pc:spChg>
        <pc:spChg chg="add del mod">
          <ac:chgData name="Büchi  Mahela" userId="a80567f3-966c-438c-b463-db83217a8900" providerId="ADAL" clId="{01E9FB7D-1E94-591B-B4E6-89CE00C668B6}" dt="2026-10-14T10:16:42.508" v="104"/>
          <ac:spMkLst>
            <pc:docMk/>
            <pc:sldMk cId="294303585" sldId="265"/>
            <ac:spMk id="8" creationId="{F2CBBEF8-EA3C-F3AC-698B-0E5E9C80A83E}"/>
          </ac:spMkLst>
        </pc:spChg>
      </pc:sldChg>
      <pc:sldChg chg="del">
        <pc:chgData name="Büchi  Mahela" userId="a80567f3-966c-438c-b463-db83217a8900" providerId="ADAL" clId="{01E9FB7D-1E94-591B-B4E6-89CE00C668B6}" dt="2026-10-14T09:21:30.301" v="98" actId="2696"/>
        <pc:sldMkLst>
          <pc:docMk/>
          <pc:sldMk cId="2463831729" sldId="267"/>
        </pc:sldMkLst>
      </pc:sldChg>
    </pc:docChg>
  </pc:docChgLst>
  <pc:docChgLst>
    <pc:chgData name="Eugster  Samira" userId="874c97d8-a12a-4e9a-92ae-4c1bcd41eeda" providerId="ADAL" clId="{8F3B5C1A-25D7-4472-879B-C9D916D89220}"/>
    <pc:docChg chg="delSld modSld sldOrd">
      <pc:chgData name="Eugster  Samira" userId="874c97d8-a12a-4e9a-92ae-4c1bcd41eeda" providerId="ADAL" clId="{8F3B5C1A-25D7-4472-879B-C9D916D89220}" dt="2026-10-15T08:36:00.288" v="8" actId="47"/>
      <pc:docMkLst>
        <pc:docMk/>
      </pc:docMkLst>
      <pc:sldChg chg="addSp modSp ord">
        <pc:chgData name="Eugster  Samira" userId="874c97d8-a12a-4e9a-92ae-4c1bcd41eeda" providerId="ADAL" clId="{8F3B5C1A-25D7-4472-879B-C9D916D89220}" dt="2026-10-13T19:22:00.646" v="6" actId="931"/>
        <pc:sldMkLst>
          <pc:docMk/>
          <pc:sldMk cId="3164086109" sldId="261"/>
        </pc:sldMkLst>
        <pc:spChg chg="mod">
          <ac:chgData name="Eugster  Samira" userId="874c97d8-a12a-4e9a-92ae-4c1bcd41eeda" providerId="ADAL" clId="{8F3B5C1A-25D7-4472-879B-C9D916D89220}" dt="2026-10-13T19:19:08.969" v="5"/>
          <ac:spMkLst>
            <pc:docMk/>
            <pc:sldMk cId="3164086109" sldId="261"/>
            <ac:spMk id="3" creationId="{94792F61-F3A1-4E2C-B0EE-9742603FD08B}"/>
          </ac:spMkLst>
        </pc:spChg>
        <pc:picChg chg="add mod">
          <ac:chgData name="Eugster  Samira" userId="874c97d8-a12a-4e9a-92ae-4c1bcd41eeda" providerId="ADAL" clId="{8F3B5C1A-25D7-4472-879B-C9D916D89220}" dt="2026-10-13T19:22:00.646" v="6" actId="931"/>
          <ac:picMkLst>
            <pc:docMk/>
            <pc:sldMk cId="3164086109" sldId="261"/>
            <ac:picMk id="8" creationId="{FDD2BD34-3556-2775-E2DF-ED10347013A4}"/>
          </ac:picMkLst>
        </pc:picChg>
      </pc:sldChg>
      <pc:sldChg chg="ord">
        <pc:chgData name="Eugster  Samira" userId="874c97d8-a12a-4e9a-92ae-4c1bcd41eeda" providerId="ADAL" clId="{8F3B5C1A-25D7-4472-879B-C9D916D89220}" dt="2026-10-13T19:18:38.553" v="4"/>
        <pc:sldMkLst>
          <pc:docMk/>
          <pc:sldMk cId="1777112693" sldId="263"/>
        </pc:sldMkLst>
      </pc:sldChg>
      <pc:sldChg chg="ord">
        <pc:chgData name="Eugster  Samira" userId="874c97d8-a12a-4e9a-92ae-4c1bcd41eeda" providerId="ADAL" clId="{8F3B5C1A-25D7-4472-879B-C9D916D89220}" dt="2026-10-13T19:17:58.504" v="3"/>
        <pc:sldMkLst>
          <pc:docMk/>
          <pc:sldMk cId="294303585" sldId="265"/>
        </pc:sldMkLst>
      </pc:sldChg>
      <pc:sldChg chg="del">
        <pc:chgData name="Eugster  Samira" userId="874c97d8-a12a-4e9a-92ae-4c1bcd41eeda" providerId="ADAL" clId="{8F3B5C1A-25D7-4472-879B-C9D916D89220}" dt="2026-10-15T08:35:56.434" v="7" actId="47"/>
        <pc:sldMkLst>
          <pc:docMk/>
          <pc:sldMk cId="498662658" sldId="269"/>
        </pc:sldMkLst>
      </pc:sldChg>
      <pc:sldChg chg="del">
        <pc:chgData name="Eugster  Samira" userId="874c97d8-a12a-4e9a-92ae-4c1bcd41eeda" providerId="ADAL" clId="{8F3B5C1A-25D7-4472-879B-C9D916D89220}" dt="2026-10-15T08:36:00.288" v="8" actId="47"/>
        <pc:sldMkLst>
          <pc:docMk/>
          <pc:sldMk cId="1284261725" sldId="275"/>
        </pc:sldMkLst>
      </pc:sldChg>
    </pc:docChg>
  </pc:docChgLst>
  <pc:docChgLst>
    <pc:chgData name="Eichenberger  Alina" userId="72b457be-65c1-4949-9f2b-2ff38824e5b6" providerId="ADAL" clId="{7C3779C4-B925-4899-9533-E29C1FCCA88A}"/>
    <pc:docChg chg="undo custSel addSld modSld">
      <pc:chgData name="Eichenberger  Alina" userId="72b457be-65c1-4949-9f2b-2ff38824e5b6" providerId="ADAL" clId="{7C3779C4-B925-4899-9533-E29C1FCCA88A}" dt="2026-10-15T05:59:35.494" v="1195" actId="20577"/>
      <pc:docMkLst>
        <pc:docMk/>
      </pc:docMkLst>
      <pc:sldChg chg="modSp mod">
        <pc:chgData name="Eichenberger  Alina" userId="72b457be-65c1-4949-9f2b-2ff38824e5b6" providerId="ADAL" clId="{7C3779C4-B925-4899-9533-E29C1FCCA88A}" dt="2026-10-14T19:21:40.069" v="941" actId="1076"/>
        <pc:sldMkLst>
          <pc:docMk/>
          <pc:sldMk cId="3164086109" sldId="261"/>
        </pc:sldMkLst>
        <pc:spChg chg="mod">
          <ac:chgData name="Eichenberger  Alina" userId="72b457be-65c1-4949-9f2b-2ff38824e5b6" providerId="ADAL" clId="{7C3779C4-B925-4899-9533-E29C1FCCA88A}" dt="2026-10-14T19:21:40.069" v="941" actId="1076"/>
          <ac:spMkLst>
            <pc:docMk/>
            <pc:sldMk cId="3164086109" sldId="261"/>
            <ac:spMk id="2" creationId="{6B050A74-6ED2-41B3-AD63-74F89C447FBB}"/>
          </ac:spMkLst>
        </pc:spChg>
      </pc:sldChg>
      <pc:sldChg chg="addSp delSp modSp mod modClrScheme chgLayout modNotesTx">
        <pc:chgData name="Eichenberger  Alina" userId="72b457be-65c1-4949-9f2b-2ff38824e5b6" providerId="ADAL" clId="{7C3779C4-B925-4899-9533-E29C1FCCA88A}" dt="2026-10-15T05:59:35.494" v="1195" actId="20577"/>
        <pc:sldMkLst>
          <pc:docMk/>
          <pc:sldMk cId="1777112693" sldId="263"/>
        </pc:sldMkLst>
        <pc:spChg chg="mod">
          <ac:chgData name="Eichenberger  Alina" userId="72b457be-65c1-4949-9f2b-2ff38824e5b6" providerId="ADAL" clId="{7C3779C4-B925-4899-9533-E29C1FCCA88A}" dt="2026-10-14T19:06:06.763" v="650" actId="26606"/>
          <ac:spMkLst>
            <pc:docMk/>
            <pc:sldMk cId="1777112693" sldId="263"/>
            <ac:spMk id="2" creationId="{B2FE22A1-56F7-4FF9-8A90-D307E67331DC}"/>
          </ac:spMkLst>
        </pc:spChg>
        <pc:spChg chg="add del mod">
          <ac:chgData name="Eichenberger  Alina" userId="72b457be-65c1-4949-9f2b-2ff38824e5b6" providerId="ADAL" clId="{7C3779C4-B925-4899-9533-E29C1FCCA88A}" dt="2026-10-14T19:38:09" v="1189" actId="1076"/>
          <ac:spMkLst>
            <pc:docMk/>
            <pc:sldMk cId="1777112693" sldId="263"/>
            <ac:spMk id="3" creationId="{56BD7DC3-17C3-4B09-9D8E-F143A82B205E}"/>
          </ac:spMkLst>
        </pc:spChg>
        <pc:spChg chg="mod">
          <ac:chgData name="Eichenberger  Alina" userId="72b457be-65c1-4949-9f2b-2ff38824e5b6" providerId="ADAL" clId="{7C3779C4-B925-4899-9533-E29C1FCCA88A}" dt="2026-10-14T19:06:06.777" v="651" actId="26606"/>
          <ac:spMkLst>
            <pc:docMk/>
            <pc:sldMk cId="1777112693" sldId="263"/>
            <ac:spMk id="4" creationId="{C6DB7874-B99C-4F6D-A86D-EA0EE8CA0B16}"/>
          </ac:spMkLst>
        </pc:spChg>
        <pc:spChg chg="mod ord">
          <ac:chgData name="Eichenberger  Alina" userId="72b457be-65c1-4949-9f2b-2ff38824e5b6" providerId="ADAL" clId="{7C3779C4-B925-4899-9533-E29C1FCCA88A}" dt="2026-10-14T19:06:06.777" v="651" actId="26606"/>
          <ac:spMkLst>
            <pc:docMk/>
            <pc:sldMk cId="1777112693" sldId="263"/>
            <ac:spMk id="5" creationId="{74837140-56B7-432E-8671-4B63B23EE4CF}"/>
          </ac:spMkLst>
        </pc:spChg>
        <pc:spChg chg="mod">
          <ac:chgData name="Eichenberger  Alina" userId="72b457be-65c1-4949-9f2b-2ff38824e5b6" providerId="ADAL" clId="{7C3779C4-B925-4899-9533-E29C1FCCA88A}" dt="2026-10-14T19:06:06.777" v="651" actId="26606"/>
          <ac:spMkLst>
            <pc:docMk/>
            <pc:sldMk cId="1777112693" sldId="263"/>
            <ac:spMk id="6" creationId="{9620278B-D74F-421E-A3BD-EC66D58377A7}"/>
          </ac:spMkLst>
        </pc:spChg>
        <pc:spChg chg="del mod">
          <ac:chgData name="Eichenberger  Alina" userId="72b457be-65c1-4949-9f2b-2ff38824e5b6" providerId="ADAL" clId="{7C3779C4-B925-4899-9533-E29C1FCCA88A}" dt="2026-10-14T18:50:56.954" v="152" actId="478"/>
          <ac:spMkLst>
            <pc:docMk/>
            <pc:sldMk cId="1777112693" sldId="263"/>
            <ac:spMk id="13" creationId="{348862B2-0E11-1FF2-4EBD-757F0424C62D}"/>
          </ac:spMkLst>
        </pc:spChg>
        <pc:spChg chg="add mod">
          <ac:chgData name="Eichenberger  Alina" userId="72b457be-65c1-4949-9f2b-2ff38824e5b6" providerId="ADAL" clId="{7C3779C4-B925-4899-9533-E29C1FCCA88A}" dt="2026-10-14T19:23:36.559" v="953" actId="1076"/>
          <ac:spMkLst>
            <pc:docMk/>
            <pc:sldMk cId="1777112693" sldId="263"/>
            <ac:spMk id="17" creationId="{18DE14B9-84F6-F123-A413-FD3A07C828E9}"/>
          </ac:spMkLst>
        </pc:spChg>
        <pc:graphicFrameChg chg="add del mod modGraphic">
          <ac:chgData name="Eichenberger  Alina" userId="72b457be-65c1-4949-9f2b-2ff38824e5b6" providerId="ADAL" clId="{7C3779C4-B925-4899-9533-E29C1FCCA88A}" dt="2026-10-14T18:59:39.120" v="421" actId="478"/>
          <ac:graphicFrameMkLst>
            <pc:docMk/>
            <pc:sldMk cId="1777112693" sldId="263"/>
            <ac:graphicFrameMk id="14" creationId="{78117B54-DED9-350F-FD4D-8CE4271D70C7}"/>
          </ac:graphicFrameMkLst>
        </pc:graphicFrameChg>
        <pc:graphicFrameChg chg="add mod modGraphic">
          <ac:chgData name="Eichenberger  Alina" userId="72b457be-65c1-4949-9f2b-2ff38824e5b6" providerId="ADAL" clId="{7C3779C4-B925-4899-9533-E29C1FCCA88A}" dt="2026-10-14T19:23:43.118" v="954" actId="1076"/>
          <ac:graphicFrameMkLst>
            <pc:docMk/>
            <pc:sldMk cId="1777112693" sldId="263"/>
            <ac:graphicFrameMk id="21" creationId="{78F97B7B-8BD4-E86C-E56A-5A4559FEED67}"/>
          </ac:graphicFrameMkLst>
        </pc:graphicFrameChg>
        <pc:graphicFrameChg chg="add mod">
          <ac:chgData name="Eichenberger  Alina" userId="72b457be-65c1-4949-9f2b-2ff38824e5b6" providerId="ADAL" clId="{7C3779C4-B925-4899-9533-E29C1FCCA88A}" dt="2026-10-14T19:17:33.686" v="927" actId="12084"/>
          <ac:graphicFrameMkLst>
            <pc:docMk/>
            <pc:sldMk cId="1777112693" sldId="263"/>
            <ac:graphicFrameMk id="22" creationId="{78C86A70-65D9-D36D-C99A-AA34B87BCF0D}"/>
          </ac:graphicFrameMkLst>
        </pc:graphicFrameChg>
        <pc:picChg chg="add del mod">
          <ac:chgData name="Eichenberger  Alina" userId="72b457be-65c1-4949-9f2b-2ff38824e5b6" providerId="ADAL" clId="{7C3779C4-B925-4899-9533-E29C1FCCA88A}" dt="2026-10-14T18:50:37.942" v="151" actId="27803"/>
          <ac:picMkLst>
            <pc:docMk/>
            <pc:sldMk cId="1777112693" sldId="263"/>
            <ac:picMk id="8" creationId="{348862B2-0E11-1FF2-4EBD-757F0424C62D}"/>
          </ac:picMkLst>
        </pc:picChg>
        <pc:picChg chg="add del mod">
          <ac:chgData name="Eichenberger  Alina" userId="72b457be-65c1-4949-9f2b-2ff38824e5b6" providerId="ADAL" clId="{7C3779C4-B925-4899-9533-E29C1FCCA88A}" dt="2026-10-14T18:50:58.493" v="153" actId="478"/>
          <ac:picMkLst>
            <pc:docMk/>
            <pc:sldMk cId="1777112693" sldId="263"/>
            <ac:picMk id="10" creationId="{76A17780-1D59-E7C1-57F6-0647BFA23A76}"/>
          </ac:picMkLst>
        </pc:picChg>
        <pc:picChg chg="add del mod">
          <ac:chgData name="Eichenberger  Alina" userId="72b457be-65c1-4949-9f2b-2ff38824e5b6" providerId="ADAL" clId="{7C3779C4-B925-4899-9533-E29C1FCCA88A}" dt="2026-10-14T18:51:00.099" v="154" actId="478"/>
          <ac:picMkLst>
            <pc:docMk/>
            <pc:sldMk cId="1777112693" sldId="263"/>
            <ac:picMk id="12" creationId="{3799F993-11B4-D96B-E830-91F79CAB8170}"/>
          </ac:picMkLst>
        </pc:picChg>
        <pc:picChg chg="add del mod">
          <ac:chgData name="Eichenberger  Alina" userId="72b457be-65c1-4949-9f2b-2ff38824e5b6" providerId="ADAL" clId="{7C3779C4-B925-4899-9533-E29C1FCCA88A}" dt="2026-10-14T19:00:29.395" v="425" actId="478"/>
          <ac:picMkLst>
            <pc:docMk/>
            <pc:sldMk cId="1777112693" sldId="263"/>
            <ac:picMk id="16" creationId="{036D0334-FCFB-CC5F-7F0D-1957FBDD83B1}"/>
          </ac:picMkLst>
        </pc:picChg>
      </pc:sldChg>
      <pc:sldChg chg="modSp mod">
        <pc:chgData name="Eichenberger  Alina" userId="72b457be-65c1-4949-9f2b-2ff38824e5b6" providerId="ADAL" clId="{7C3779C4-B925-4899-9533-E29C1FCCA88A}" dt="2026-10-14T19:22:58.495" v="950" actId="1076"/>
        <pc:sldMkLst>
          <pc:docMk/>
          <pc:sldMk cId="294303585" sldId="265"/>
        </pc:sldMkLst>
        <pc:spChg chg="mod">
          <ac:chgData name="Eichenberger  Alina" userId="72b457be-65c1-4949-9f2b-2ff38824e5b6" providerId="ADAL" clId="{7C3779C4-B925-4899-9533-E29C1FCCA88A}" dt="2026-10-14T19:21:31.582" v="940" actId="1076"/>
          <ac:spMkLst>
            <pc:docMk/>
            <pc:sldMk cId="294303585" sldId="265"/>
            <ac:spMk id="2" creationId="{9FF31ECF-EF04-4AAA-9A8E-583E3D217F33}"/>
          </ac:spMkLst>
        </pc:spChg>
        <pc:spChg chg="mod">
          <ac:chgData name="Eichenberger  Alina" userId="72b457be-65c1-4949-9f2b-2ff38824e5b6" providerId="ADAL" clId="{7C3779C4-B925-4899-9533-E29C1FCCA88A}" dt="2026-10-14T19:22:41.250" v="946" actId="1076"/>
          <ac:spMkLst>
            <pc:docMk/>
            <pc:sldMk cId="294303585" sldId="265"/>
            <ac:spMk id="3" creationId="{9EE0A683-618F-4D75-846F-0DB536B4E502}"/>
          </ac:spMkLst>
        </pc:spChg>
        <pc:spChg chg="mod">
          <ac:chgData name="Eichenberger  Alina" userId="72b457be-65c1-4949-9f2b-2ff38824e5b6" providerId="ADAL" clId="{7C3779C4-B925-4899-9533-E29C1FCCA88A}" dt="2026-10-14T19:22:58.495" v="950" actId="1076"/>
          <ac:spMkLst>
            <pc:docMk/>
            <pc:sldMk cId="294303585" sldId="265"/>
            <ac:spMk id="7" creationId="{1508E509-B498-B79E-A5FF-42C8508D82E3}"/>
          </ac:spMkLst>
        </pc:spChg>
      </pc:sldChg>
      <pc:sldChg chg="addSp delSp modSp new mod">
        <pc:chgData name="Eichenberger  Alina" userId="72b457be-65c1-4949-9f2b-2ff38824e5b6" providerId="ADAL" clId="{7C3779C4-B925-4899-9533-E29C1FCCA88A}" dt="2026-10-14T19:37:23.935" v="1187" actId="14100"/>
        <pc:sldMkLst>
          <pc:docMk/>
          <pc:sldMk cId="3732595660" sldId="276"/>
        </pc:sldMkLst>
        <pc:spChg chg="mod">
          <ac:chgData name="Eichenberger  Alina" userId="72b457be-65c1-4949-9f2b-2ff38824e5b6" providerId="ADAL" clId="{7C3779C4-B925-4899-9533-E29C1FCCA88A}" dt="2026-10-14T19:21:19.060" v="937" actId="1076"/>
          <ac:spMkLst>
            <pc:docMk/>
            <pc:sldMk cId="3732595660" sldId="276"/>
            <ac:spMk id="2" creationId="{790C6533-0D0A-56FF-7CBD-6AFAEE11264D}"/>
          </ac:spMkLst>
        </pc:spChg>
        <pc:spChg chg="add del mod">
          <ac:chgData name="Eichenberger  Alina" userId="72b457be-65c1-4949-9f2b-2ff38824e5b6" providerId="ADAL" clId="{7C3779C4-B925-4899-9533-E29C1FCCA88A}" dt="2026-10-14T19:29:09.748" v="989" actId="21"/>
          <ac:spMkLst>
            <pc:docMk/>
            <pc:sldMk cId="3732595660" sldId="276"/>
            <ac:spMk id="3" creationId="{CB93D166-7500-F293-D734-5F1E634C8623}"/>
          </ac:spMkLst>
        </pc:spChg>
        <pc:spChg chg="add del mod">
          <ac:chgData name="Eichenberger  Alina" userId="72b457be-65c1-4949-9f2b-2ff38824e5b6" providerId="ADAL" clId="{7C3779C4-B925-4899-9533-E29C1FCCA88A}" dt="2026-10-14T19:32:45.061" v="1006" actId="12084"/>
          <ac:spMkLst>
            <pc:docMk/>
            <pc:sldMk cId="3732595660" sldId="276"/>
            <ac:spMk id="9" creationId="{887D5132-DF84-5C9E-30A7-163CDD6EE729}"/>
          </ac:spMkLst>
        </pc:spChg>
        <pc:spChg chg="add del mod">
          <ac:chgData name="Eichenberger  Alina" userId="72b457be-65c1-4949-9f2b-2ff38824e5b6" providerId="ADAL" clId="{7C3779C4-B925-4899-9533-E29C1FCCA88A}" dt="2026-10-14T19:36:21.081" v="1170" actId="21"/>
          <ac:spMkLst>
            <pc:docMk/>
            <pc:sldMk cId="3732595660" sldId="276"/>
            <ac:spMk id="11" creationId="{CC3D6B71-CCF9-305B-A159-0F7E7DEBC1AE}"/>
          </ac:spMkLst>
        </pc:spChg>
        <pc:graphicFrameChg chg="add mod">
          <ac:chgData name="Eichenberger  Alina" userId="72b457be-65c1-4949-9f2b-2ff38824e5b6" providerId="ADAL" clId="{7C3779C4-B925-4899-9533-E29C1FCCA88A}" dt="2026-10-14T19:18:26.898" v="930" actId="12084"/>
          <ac:graphicFrameMkLst>
            <pc:docMk/>
            <pc:sldMk cId="3732595660" sldId="276"/>
            <ac:graphicFrameMk id="7" creationId="{D5DEA6C1-4620-C711-1363-BA27FFE927AC}"/>
          </ac:graphicFrameMkLst>
        </pc:graphicFrameChg>
        <pc:graphicFrameChg chg="add mod">
          <ac:chgData name="Eichenberger  Alina" userId="72b457be-65c1-4949-9f2b-2ff38824e5b6" providerId="ADAL" clId="{7C3779C4-B925-4899-9533-E29C1FCCA88A}" dt="2026-10-14T19:19:33.773" v="933" actId="12084"/>
          <ac:graphicFrameMkLst>
            <pc:docMk/>
            <pc:sldMk cId="3732595660" sldId="276"/>
            <ac:graphicFrameMk id="8" creationId="{7FADDD77-51BC-B0F9-6CC6-561C0ECDC5D8}"/>
          </ac:graphicFrameMkLst>
        </pc:graphicFrameChg>
        <pc:graphicFrameChg chg="add mod">
          <ac:chgData name="Eichenberger  Alina" userId="72b457be-65c1-4949-9f2b-2ff38824e5b6" providerId="ADAL" clId="{7C3779C4-B925-4899-9533-E29C1FCCA88A}" dt="2026-10-14T19:31:31.331" v="1001" actId="12084"/>
          <ac:graphicFrameMkLst>
            <pc:docMk/>
            <pc:sldMk cId="3732595660" sldId="276"/>
            <ac:graphicFrameMk id="12" creationId="{18FFBC12-3526-8186-FB95-788DF36A6A6C}"/>
          </ac:graphicFrameMkLst>
        </pc:graphicFrameChg>
        <pc:graphicFrameChg chg="add mod modGraphic">
          <ac:chgData name="Eichenberger  Alina" userId="72b457be-65c1-4949-9f2b-2ff38824e5b6" providerId="ADAL" clId="{7C3779C4-B925-4899-9533-E29C1FCCA88A}" dt="2026-10-14T19:37:23.935" v="1187" actId="14100"/>
          <ac:graphicFrameMkLst>
            <pc:docMk/>
            <pc:sldMk cId="3732595660" sldId="276"/>
            <ac:graphicFrameMk id="13" creationId="{06F645E3-B6F5-7EC9-8F12-4910AF8E0BF1}"/>
          </ac:graphicFrameMkLst>
        </pc:graphicFrameChg>
      </pc:sldChg>
    </pc:docChg>
  </pc:docChgLst>
  <pc:docChgLst>
    <pc:chgData name="Staub  Lara" userId="a0125c29-7f1d-4c23-a09e-9c63372a762e" providerId="ADAL" clId="{9793E71B-4681-48F6-B313-5DB9EF4A0631}"/>
    <pc:docChg chg="custSel modSld">
      <pc:chgData name="Staub  Lara" userId="a0125c29-7f1d-4c23-a09e-9c63372a762e" providerId="ADAL" clId="{9793E71B-4681-48F6-B313-5DB9EF4A0631}" dt="2026-10-13T19:58:21.618" v="64" actId="20577"/>
      <pc:docMkLst>
        <pc:docMk/>
      </pc:docMkLst>
      <pc:sldChg chg="modSp mod modNotesTx">
        <pc:chgData name="Staub  Lara" userId="a0125c29-7f1d-4c23-a09e-9c63372a762e" providerId="ADAL" clId="{9793E71B-4681-48F6-B313-5DB9EF4A0631}" dt="2026-10-13T19:58:21.618" v="64" actId="20577"/>
        <pc:sldMkLst>
          <pc:docMk/>
          <pc:sldMk cId="1777112693" sldId="263"/>
        </pc:sldMkLst>
        <pc:spChg chg="mod">
          <ac:chgData name="Staub  Lara" userId="a0125c29-7f1d-4c23-a09e-9c63372a762e" providerId="ADAL" clId="{9793E71B-4681-48F6-B313-5DB9EF4A0631}" dt="2026-10-13T12:03:01.245" v="6" actId="20577"/>
          <ac:spMkLst>
            <pc:docMk/>
            <pc:sldMk cId="1777112693" sldId="263"/>
            <ac:spMk id="2" creationId="{B2FE22A1-56F7-4FF9-8A90-D307E67331DC}"/>
          </ac:spMkLst>
        </pc:spChg>
        <pc:spChg chg="mod">
          <ac:chgData name="Staub  Lara" userId="a0125c29-7f1d-4c23-a09e-9c63372a762e" providerId="ADAL" clId="{9793E71B-4681-48F6-B313-5DB9EF4A0631}" dt="2026-10-13T12:04:40.900" v="63" actId="20577"/>
          <ac:spMkLst>
            <pc:docMk/>
            <pc:sldMk cId="1777112693" sldId="263"/>
            <ac:spMk id="3" creationId="{56BD7DC3-17C3-4B09-9D8E-F143A82B205E}"/>
          </ac:spMkLst>
        </pc:spChg>
      </pc:sldChg>
    </pc:docChg>
  </pc:docChgLst>
  <pc:docChgLst>
    <pc:chgData name="Eichenberger  Alina" userId="S::aeichenberg@ethz.ch::72b457be-65c1-4949-9f2b-2ff38824e5b6" providerId="AD" clId="Web-{96C41B97-F5C5-04B4-C3EF-D0237238D121}"/>
    <pc:docChg chg="modSld">
      <pc:chgData name="Eichenberger  Alina" userId="S::aeichenberg@ethz.ch::72b457be-65c1-4949-9f2b-2ff38824e5b6" providerId="AD" clId="Web-{96C41B97-F5C5-04B4-C3EF-D0237238D121}" dt="2026-10-15T06:55:35.495" v="1"/>
      <pc:docMkLst>
        <pc:docMk/>
      </pc:docMkLst>
      <pc:sldChg chg="modNotes">
        <pc:chgData name="Eichenberger  Alina" userId="S::aeichenberg@ethz.ch::72b457be-65c1-4949-9f2b-2ff38824e5b6" providerId="AD" clId="Web-{96C41B97-F5C5-04B4-C3EF-D0237238D121}" dt="2026-10-15T06:55:35.495" v="1"/>
        <pc:sldMkLst>
          <pc:docMk/>
          <pc:sldMk cId="1777112693" sldId="26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BF9D1A-6D4B-4E47-998A-D406F80780BD}" type="doc">
      <dgm:prSet loTypeId="urn:microsoft.com/office/officeart/2005/8/layout/vProcess5" loCatId="process" qsTypeId="urn:microsoft.com/office/officeart/2005/8/quickstyle/simple5" qsCatId="simple" csTypeId="urn:microsoft.com/office/officeart/2005/8/colors/accent1_1" csCatId="accent1" phldr="1"/>
      <dgm:spPr/>
      <dgm:t>
        <a:bodyPr/>
        <a:lstStyle/>
        <a:p>
          <a:endParaRPr lang="de-CH"/>
        </a:p>
      </dgm:t>
    </dgm:pt>
    <dgm:pt modelId="{BF32D87D-9CB2-495B-A941-01ABB2F9206C}">
      <dgm:prSet phldrT="[Text]" phldr="0" custT="1"/>
      <dgm:spPr/>
      <dgm:t>
        <a:bodyPr/>
        <a:lstStyle/>
        <a:p>
          <a:r>
            <a:rPr lang="de-CH" sz="1800"/>
            <a:t>CTG </a:t>
          </a:r>
          <a:r>
            <a:rPr lang="de-CH" sz="1800" err="1"/>
            <a:t>recordings</a:t>
          </a:r>
          <a:endParaRPr lang="de-CH" sz="1800"/>
        </a:p>
      </dgm:t>
    </dgm:pt>
    <dgm:pt modelId="{FBF2817F-95AE-4ACE-9941-4B2ACC286592}" type="parTrans" cxnId="{D7C3EF56-5759-4D3B-9A38-9A7F5BA0693A}">
      <dgm:prSet/>
      <dgm:spPr/>
      <dgm:t>
        <a:bodyPr/>
        <a:lstStyle/>
        <a:p>
          <a:endParaRPr lang="de-CH"/>
        </a:p>
      </dgm:t>
    </dgm:pt>
    <dgm:pt modelId="{3974C334-90DC-4889-A9F8-F6AD484328C8}" type="sibTrans" cxnId="{D7C3EF56-5759-4D3B-9A38-9A7F5BA0693A}">
      <dgm:prSet/>
      <dgm:spPr/>
      <dgm:t>
        <a:bodyPr/>
        <a:lstStyle/>
        <a:p>
          <a:endParaRPr lang="de-CH"/>
        </a:p>
      </dgm:t>
    </dgm:pt>
    <dgm:pt modelId="{39155E6F-132D-4183-B3B4-FC98284B4840}">
      <dgm:prSet phldrT="[Text]" phldr="0" custT="1"/>
      <dgm:spPr/>
      <dgm:t>
        <a:bodyPr/>
        <a:lstStyle/>
        <a:p>
          <a:r>
            <a:rPr lang="de-CH" sz="1800" err="1"/>
            <a:t>SISPorto</a:t>
          </a:r>
          <a:r>
            <a:rPr lang="de-CH" sz="1800"/>
            <a:t> </a:t>
          </a:r>
          <a:r>
            <a:rPr lang="de-CH" sz="1800" err="1"/>
            <a:t>software</a:t>
          </a:r>
          <a:endParaRPr lang="de-CH" sz="1800"/>
        </a:p>
      </dgm:t>
    </dgm:pt>
    <dgm:pt modelId="{D7751FFD-A50B-4DDF-8C70-252BBFFB2C9E}" type="parTrans" cxnId="{F42C6881-D4E0-4034-8900-1828303A5DF4}">
      <dgm:prSet/>
      <dgm:spPr/>
      <dgm:t>
        <a:bodyPr/>
        <a:lstStyle/>
        <a:p>
          <a:endParaRPr lang="de-CH"/>
        </a:p>
      </dgm:t>
    </dgm:pt>
    <dgm:pt modelId="{BFDF8580-6AB4-4755-872B-0A59D02669FB}" type="sibTrans" cxnId="{F42C6881-D4E0-4034-8900-1828303A5DF4}">
      <dgm:prSet/>
      <dgm:spPr/>
      <dgm:t>
        <a:bodyPr/>
        <a:lstStyle/>
        <a:p>
          <a:endParaRPr lang="de-CH"/>
        </a:p>
      </dgm:t>
    </dgm:pt>
    <dgm:pt modelId="{FCF99F64-2A71-426D-B3D1-B545CEA298D6}">
      <dgm:prSet phldrT="[Text]" phldr="0" custT="1"/>
      <dgm:spPr/>
      <dgm:t>
        <a:bodyPr/>
        <a:lstStyle/>
        <a:p>
          <a:r>
            <a:rPr lang="de-CH" sz="1800"/>
            <a:t>Medical </a:t>
          </a:r>
          <a:r>
            <a:rPr lang="de-CH" sz="1800" err="1"/>
            <a:t>experts</a:t>
          </a:r>
          <a:endParaRPr lang="de-CH" sz="1800"/>
        </a:p>
      </dgm:t>
    </dgm:pt>
    <dgm:pt modelId="{52E4C432-AA7E-42DE-B426-2EE6A2655E8B}" type="parTrans" cxnId="{0F4C3DFF-CED9-4A7C-8680-BF9B6E1B15E3}">
      <dgm:prSet/>
      <dgm:spPr/>
      <dgm:t>
        <a:bodyPr/>
        <a:lstStyle/>
        <a:p>
          <a:endParaRPr lang="de-CH"/>
        </a:p>
      </dgm:t>
    </dgm:pt>
    <dgm:pt modelId="{1AE6BA06-628A-416D-8E41-9FDDADD3D23C}" type="sibTrans" cxnId="{0F4C3DFF-CED9-4A7C-8680-BF9B6E1B15E3}">
      <dgm:prSet/>
      <dgm:spPr/>
      <dgm:t>
        <a:bodyPr/>
        <a:lstStyle/>
        <a:p>
          <a:endParaRPr lang="de-CH"/>
        </a:p>
      </dgm:t>
    </dgm:pt>
    <dgm:pt modelId="{32D1D255-5C92-47E8-A038-47A3E1694CEA}" type="pres">
      <dgm:prSet presAssocID="{24BF9D1A-6D4B-4E47-998A-D406F80780BD}" presName="outerComposite" presStyleCnt="0">
        <dgm:presLayoutVars>
          <dgm:chMax val="5"/>
          <dgm:dir/>
          <dgm:resizeHandles val="exact"/>
        </dgm:presLayoutVars>
      </dgm:prSet>
      <dgm:spPr/>
    </dgm:pt>
    <dgm:pt modelId="{64699850-E10D-41B5-9413-EB118E6562C5}" type="pres">
      <dgm:prSet presAssocID="{24BF9D1A-6D4B-4E47-998A-D406F80780BD}" presName="dummyMaxCanvas" presStyleCnt="0">
        <dgm:presLayoutVars/>
      </dgm:prSet>
      <dgm:spPr/>
    </dgm:pt>
    <dgm:pt modelId="{2E6D7045-9765-4A27-B386-B5C80B614630}" type="pres">
      <dgm:prSet presAssocID="{24BF9D1A-6D4B-4E47-998A-D406F80780BD}" presName="ThreeNodes_1" presStyleLbl="node1" presStyleIdx="0" presStyleCnt="3" custLinFactNeighborX="588" custLinFactNeighborY="2796">
        <dgm:presLayoutVars>
          <dgm:bulletEnabled val="1"/>
        </dgm:presLayoutVars>
      </dgm:prSet>
      <dgm:spPr/>
    </dgm:pt>
    <dgm:pt modelId="{24897373-71CA-4547-B2A2-2FF41D935784}" type="pres">
      <dgm:prSet presAssocID="{24BF9D1A-6D4B-4E47-998A-D406F80780BD}" presName="ThreeNodes_2" presStyleLbl="node1" presStyleIdx="1" presStyleCnt="3">
        <dgm:presLayoutVars>
          <dgm:bulletEnabled val="1"/>
        </dgm:presLayoutVars>
      </dgm:prSet>
      <dgm:spPr/>
    </dgm:pt>
    <dgm:pt modelId="{90C58034-AEB2-4340-ACAD-7CA7013B80CD}" type="pres">
      <dgm:prSet presAssocID="{24BF9D1A-6D4B-4E47-998A-D406F80780BD}" presName="ThreeNodes_3" presStyleLbl="node1" presStyleIdx="2" presStyleCnt="3">
        <dgm:presLayoutVars>
          <dgm:bulletEnabled val="1"/>
        </dgm:presLayoutVars>
      </dgm:prSet>
      <dgm:spPr/>
    </dgm:pt>
    <dgm:pt modelId="{75048D04-0F84-48ED-AFC8-665EFC6097FF}" type="pres">
      <dgm:prSet presAssocID="{24BF9D1A-6D4B-4E47-998A-D406F80780BD}" presName="ThreeConn_1-2" presStyleLbl="fgAccFollowNode1" presStyleIdx="0" presStyleCnt="2">
        <dgm:presLayoutVars>
          <dgm:bulletEnabled val="1"/>
        </dgm:presLayoutVars>
      </dgm:prSet>
      <dgm:spPr/>
    </dgm:pt>
    <dgm:pt modelId="{328070CC-51D1-44EA-865D-C470E18DD7CD}" type="pres">
      <dgm:prSet presAssocID="{24BF9D1A-6D4B-4E47-998A-D406F80780BD}" presName="ThreeConn_2-3" presStyleLbl="fgAccFollowNode1" presStyleIdx="1" presStyleCnt="2">
        <dgm:presLayoutVars>
          <dgm:bulletEnabled val="1"/>
        </dgm:presLayoutVars>
      </dgm:prSet>
      <dgm:spPr/>
    </dgm:pt>
    <dgm:pt modelId="{6ED96A89-0A98-4066-A98A-7D075F3E1DAD}" type="pres">
      <dgm:prSet presAssocID="{24BF9D1A-6D4B-4E47-998A-D406F80780BD}" presName="ThreeNodes_1_text" presStyleLbl="node1" presStyleIdx="2" presStyleCnt="3">
        <dgm:presLayoutVars>
          <dgm:bulletEnabled val="1"/>
        </dgm:presLayoutVars>
      </dgm:prSet>
      <dgm:spPr/>
    </dgm:pt>
    <dgm:pt modelId="{C3A262C5-5FB1-4124-A310-34A8B2F01DE4}" type="pres">
      <dgm:prSet presAssocID="{24BF9D1A-6D4B-4E47-998A-D406F80780BD}" presName="ThreeNodes_2_text" presStyleLbl="node1" presStyleIdx="2" presStyleCnt="3">
        <dgm:presLayoutVars>
          <dgm:bulletEnabled val="1"/>
        </dgm:presLayoutVars>
      </dgm:prSet>
      <dgm:spPr/>
    </dgm:pt>
    <dgm:pt modelId="{358F566A-6EDD-4EDA-923B-7BB35DD5CE8B}" type="pres">
      <dgm:prSet presAssocID="{24BF9D1A-6D4B-4E47-998A-D406F80780BD}" presName="ThreeNodes_3_text" presStyleLbl="node1" presStyleIdx="2" presStyleCnt="3">
        <dgm:presLayoutVars>
          <dgm:bulletEnabled val="1"/>
        </dgm:presLayoutVars>
      </dgm:prSet>
      <dgm:spPr/>
    </dgm:pt>
  </dgm:ptLst>
  <dgm:cxnLst>
    <dgm:cxn modelId="{40F47605-D94F-4F5F-9E0A-2D8D9D722E99}" type="presOf" srcId="{BF32D87D-9CB2-495B-A941-01ABB2F9206C}" destId="{2E6D7045-9765-4A27-B386-B5C80B614630}" srcOrd="0" destOrd="0" presId="urn:microsoft.com/office/officeart/2005/8/layout/vProcess5"/>
    <dgm:cxn modelId="{63D65E15-F5CD-4B9E-BB88-FE71457E41BD}" type="presOf" srcId="{BFDF8580-6AB4-4755-872B-0A59D02669FB}" destId="{328070CC-51D1-44EA-865D-C470E18DD7CD}" srcOrd="0" destOrd="0" presId="urn:microsoft.com/office/officeart/2005/8/layout/vProcess5"/>
    <dgm:cxn modelId="{5B29021A-6A37-494C-9076-ECB2B7DC9EA5}" type="presOf" srcId="{FCF99F64-2A71-426D-B3D1-B545CEA298D6}" destId="{90C58034-AEB2-4340-ACAD-7CA7013B80CD}" srcOrd="0" destOrd="0" presId="urn:microsoft.com/office/officeart/2005/8/layout/vProcess5"/>
    <dgm:cxn modelId="{650F9460-0A96-4D33-AB90-CF8DCA00DB7A}" type="presOf" srcId="{39155E6F-132D-4183-B3B4-FC98284B4840}" destId="{24897373-71CA-4547-B2A2-2FF41D935784}" srcOrd="0" destOrd="0" presId="urn:microsoft.com/office/officeart/2005/8/layout/vProcess5"/>
    <dgm:cxn modelId="{D7C3EF56-5759-4D3B-9A38-9A7F5BA0693A}" srcId="{24BF9D1A-6D4B-4E47-998A-D406F80780BD}" destId="{BF32D87D-9CB2-495B-A941-01ABB2F9206C}" srcOrd="0" destOrd="0" parTransId="{FBF2817F-95AE-4ACE-9941-4B2ACC286592}" sibTransId="{3974C334-90DC-4889-A9F8-F6AD484328C8}"/>
    <dgm:cxn modelId="{F42C6881-D4E0-4034-8900-1828303A5DF4}" srcId="{24BF9D1A-6D4B-4E47-998A-D406F80780BD}" destId="{39155E6F-132D-4183-B3B4-FC98284B4840}" srcOrd="1" destOrd="0" parTransId="{D7751FFD-A50B-4DDF-8C70-252BBFFB2C9E}" sibTransId="{BFDF8580-6AB4-4755-872B-0A59D02669FB}"/>
    <dgm:cxn modelId="{29058F84-F3CC-45D5-A209-54A9F5C9DE23}" type="presOf" srcId="{39155E6F-132D-4183-B3B4-FC98284B4840}" destId="{C3A262C5-5FB1-4124-A310-34A8B2F01DE4}" srcOrd="1" destOrd="0" presId="urn:microsoft.com/office/officeart/2005/8/layout/vProcess5"/>
    <dgm:cxn modelId="{68C12F8B-D787-481A-AD61-461112D90614}" type="presOf" srcId="{3974C334-90DC-4889-A9F8-F6AD484328C8}" destId="{75048D04-0F84-48ED-AFC8-665EFC6097FF}" srcOrd="0" destOrd="0" presId="urn:microsoft.com/office/officeart/2005/8/layout/vProcess5"/>
    <dgm:cxn modelId="{DE671F9D-3DF8-46C9-BA8A-04834F025BD1}" type="presOf" srcId="{FCF99F64-2A71-426D-B3D1-B545CEA298D6}" destId="{358F566A-6EDD-4EDA-923B-7BB35DD5CE8B}" srcOrd="1" destOrd="0" presId="urn:microsoft.com/office/officeart/2005/8/layout/vProcess5"/>
    <dgm:cxn modelId="{2F48E6A0-B02F-4C42-B727-A16A58212439}" type="presOf" srcId="{24BF9D1A-6D4B-4E47-998A-D406F80780BD}" destId="{32D1D255-5C92-47E8-A038-47A3E1694CEA}" srcOrd="0" destOrd="0" presId="urn:microsoft.com/office/officeart/2005/8/layout/vProcess5"/>
    <dgm:cxn modelId="{BB895CFE-5E47-48D9-8348-CE5839BF8DED}" type="presOf" srcId="{BF32D87D-9CB2-495B-A941-01ABB2F9206C}" destId="{6ED96A89-0A98-4066-A98A-7D075F3E1DAD}" srcOrd="1" destOrd="0" presId="urn:microsoft.com/office/officeart/2005/8/layout/vProcess5"/>
    <dgm:cxn modelId="{0F4C3DFF-CED9-4A7C-8680-BF9B6E1B15E3}" srcId="{24BF9D1A-6D4B-4E47-998A-D406F80780BD}" destId="{FCF99F64-2A71-426D-B3D1-B545CEA298D6}" srcOrd="2" destOrd="0" parTransId="{52E4C432-AA7E-42DE-B426-2EE6A2655E8B}" sibTransId="{1AE6BA06-628A-416D-8E41-9FDDADD3D23C}"/>
    <dgm:cxn modelId="{0E2B8FB7-EFBC-46C2-9D40-B3E3FE48AFC6}" type="presParOf" srcId="{32D1D255-5C92-47E8-A038-47A3E1694CEA}" destId="{64699850-E10D-41B5-9413-EB118E6562C5}" srcOrd="0" destOrd="0" presId="urn:microsoft.com/office/officeart/2005/8/layout/vProcess5"/>
    <dgm:cxn modelId="{B42C8D5C-C9F2-4C85-93B5-1B9CED907F47}" type="presParOf" srcId="{32D1D255-5C92-47E8-A038-47A3E1694CEA}" destId="{2E6D7045-9765-4A27-B386-B5C80B614630}" srcOrd="1" destOrd="0" presId="urn:microsoft.com/office/officeart/2005/8/layout/vProcess5"/>
    <dgm:cxn modelId="{60E666AC-0982-41BE-B3FA-711A63686DDF}" type="presParOf" srcId="{32D1D255-5C92-47E8-A038-47A3E1694CEA}" destId="{24897373-71CA-4547-B2A2-2FF41D935784}" srcOrd="2" destOrd="0" presId="urn:microsoft.com/office/officeart/2005/8/layout/vProcess5"/>
    <dgm:cxn modelId="{4BCF9E0F-9DCA-43F2-8A36-DC5FC78D0375}" type="presParOf" srcId="{32D1D255-5C92-47E8-A038-47A3E1694CEA}" destId="{90C58034-AEB2-4340-ACAD-7CA7013B80CD}" srcOrd="3" destOrd="0" presId="urn:microsoft.com/office/officeart/2005/8/layout/vProcess5"/>
    <dgm:cxn modelId="{A2F3828B-3BA1-4B7A-B45F-268902D8AC7B}" type="presParOf" srcId="{32D1D255-5C92-47E8-A038-47A3E1694CEA}" destId="{75048D04-0F84-48ED-AFC8-665EFC6097FF}" srcOrd="4" destOrd="0" presId="urn:microsoft.com/office/officeart/2005/8/layout/vProcess5"/>
    <dgm:cxn modelId="{A8B35150-2722-4F7E-9EE0-B0B486972227}" type="presParOf" srcId="{32D1D255-5C92-47E8-A038-47A3E1694CEA}" destId="{328070CC-51D1-44EA-865D-C470E18DD7CD}" srcOrd="5" destOrd="0" presId="urn:microsoft.com/office/officeart/2005/8/layout/vProcess5"/>
    <dgm:cxn modelId="{43E69ADE-441C-47A2-B827-3A4007CC692B}" type="presParOf" srcId="{32D1D255-5C92-47E8-A038-47A3E1694CEA}" destId="{6ED96A89-0A98-4066-A98A-7D075F3E1DAD}" srcOrd="6" destOrd="0" presId="urn:microsoft.com/office/officeart/2005/8/layout/vProcess5"/>
    <dgm:cxn modelId="{7EEA0CDE-5E70-4E08-8F19-C017A389A7EB}" type="presParOf" srcId="{32D1D255-5C92-47E8-A038-47A3E1694CEA}" destId="{C3A262C5-5FB1-4124-A310-34A8B2F01DE4}" srcOrd="7" destOrd="0" presId="urn:microsoft.com/office/officeart/2005/8/layout/vProcess5"/>
    <dgm:cxn modelId="{71BBCC92-E744-4A4D-AA75-AC0B72BD84A3}" type="presParOf" srcId="{32D1D255-5C92-47E8-A038-47A3E1694CEA}" destId="{358F566A-6EDD-4EDA-923B-7BB35DD5CE8B}"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FFED51-1870-4410-9D58-A0698B1AD157}" type="doc">
      <dgm:prSet loTypeId="urn:microsoft.com/office/officeart/2024/layout/NumberedLinearArrowProcess#1" loCatId="process" qsTypeId="urn:microsoft.com/office/officeart/2005/8/quickstyle/simple4" qsCatId="simple" csTypeId="urn:microsoft.com/office/officeart/2005/8/colors/accent0_2" csCatId="mainScheme" phldr="1"/>
      <dgm:spPr/>
      <dgm:t>
        <a:bodyPr/>
        <a:lstStyle/>
        <a:p>
          <a:endParaRPr lang="de-CH"/>
        </a:p>
      </dgm:t>
    </dgm:pt>
    <dgm:pt modelId="{27BDCE40-562E-453C-BAF6-5257AE37F0E6}">
      <dgm:prSet custT="1"/>
      <dgm:spPr/>
      <dgm:t>
        <a:bodyPr/>
        <a:lstStyle/>
        <a:p>
          <a:r>
            <a:rPr lang="en-GB" sz="1800" b="1"/>
            <a:t>Measurements</a:t>
          </a:r>
        </a:p>
        <a:p>
          <a:r>
            <a:rPr lang="de-CH" sz="1800"/>
            <a:t>- </a:t>
          </a:r>
          <a:r>
            <a:rPr lang="de-CH" sz="1800" err="1"/>
            <a:t>Numerical</a:t>
          </a:r>
          <a:r>
            <a:rPr lang="de-CH" sz="1800"/>
            <a:t> CTG </a:t>
          </a:r>
          <a:r>
            <a:rPr lang="de-CH" sz="1800" err="1"/>
            <a:t>characteristics</a:t>
          </a:r>
          <a:endParaRPr lang="de-CH" sz="1800"/>
        </a:p>
      </dgm:t>
    </dgm:pt>
    <dgm:pt modelId="{53E6B549-0C3D-4D42-8C0F-0A3435EBE642}" type="parTrans" cxnId="{B32E754B-2B0B-4318-B853-7F13DC3E460D}">
      <dgm:prSet/>
      <dgm:spPr/>
      <dgm:t>
        <a:bodyPr/>
        <a:lstStyle/>
        <a:p>
          <a:endParaRPr lang="de-CH"/>
        </a:p>
      </dgm:t>
    </dgm:pt>
    <dgm:pt modelId="{A2BCF0EB-1AF4-4083-8F14-48EC254AB161}" type="sibTrans" cxnId="{B32E754B-2B0B-4318-B853-7F13DC3E460D}">
      <dgm:prSet phldrT="1" phldr="0"/>
      <dgm:spPr/>
      <dgm:t>
        <a:bodyPr/>
        <a:lstStyle/>
        <a:p>
          <a:r>
            <a:rPr lang="de-CH"/>
            <a:t>1</a:t>
          </a:r>
        </a:p>
      </dgm:t>
    </dgm:pt>
    <dgm:pt modelId="{037D2FA6-5751-436D-A83D-238061A0D749}">
      <dgm:prSet custT="1"/>
      <dgm:spPr/>
      <dgm:t>
        <a:bodyPr/>
        <a:lstStyle/>
        <a:p>
          <a:r>
            <a:rPr lang="de-CH" sz="1800" b="1" err="1"/>
            <a:t>Classifications</a:t>
          </a:r>
          <a:endParaRPr lang="de-CH" sz="1800" b="1"/>
        </a:p>
        <a:p>
          <a:r>
            <a:rPr lang="de-CH" sz="1800"/>
            <a:t>- Interpretation of the </a:t>
          </a:r>
          <a:r>
            <a:rPr lang="de-CH" sz="1800" err="1"/>
            <a:t>recordings</a:t>
          </a:r>
          <a:r>
            <a:rPr lang="de-CH" sz="1800"/>
            <a:t>: </a:t>
          </a:r>
        </a:p>
        <a:p>
          <a:r>
            <a:rPr lang="de-CH" sz="1800">
              <a:solidFill>
                <a:srgbClr val="00B050"/>
              </a:solidFill>
            </a:rPr>
            <a:t>normal</a:t>
          </a:r>
        </a:p>
        <a:p>
          <a:r>
            <a:rPr lang="de-CH" sz="1800" err="1">
              <a:solidFill>
                <a:srgbClr val="FFFF00"/>
              </a:solidFill>
            </a:rPr>
            <a:t>suspect</a:t>
          </a:r>
          <a:endParaRPr lang="de-CH" sz="1800">
            <a:solidFill>
              <a:srgbClr val="FFFF00"/>
            </a:solidFill>
          </a:endParaRPr>
        </a:p>
        <a:p>
          <a:r>
            <a:rPr lang="de-CH" sz="1800" err="1">
              <a:solidFill>
                <a:srgbClr val="C00000"/>
              </a:solidFill>
            </a:rPr>
            <a:t>pathological</a:t>
          </a:r>
          <a:endParaRPr lang="de-CH" sz="1800">
            <a:solidFill>
              <a:srgbClr val="C00000"/>
            </a:solidFill>
          </a:endParaRPr>
        </a:p>
      </dgm:t>
    </dgm:pt>
    <dgm:pt modelId="{D29B724B-9F6B-4592-8240-81B1B33E500E}" type="parTrans" cxnId="{6ABE4ADD-4345-453A-997D-2CA7007AD5EE}">
      <dgm:prSet/>
      <dgm:spPr/>
      <dgm:t>
        <a:bodyPr/>
        <a:lstStyle/>
        <a:p>
          <a:endParaRPr lang="de-CH"/>
        </a:p>
      </dgm:t>
    </dgm:pt>
    <dgm:pt modelId="{62E81E5A-BB50-4417-843B-A4052D45AB82}" type="sibTrans" cxnId="{6ABE4ADD-4345-453A-997D-2CA7007AD5EE}">
      <dgm:prSet phldrT="2" phldr="0"/>
      <dgm:spPr/>
      <dgm:t>
        <a:bodyPr/>
        <a:lstStyle/>
        <a:p>
          <a:r>
            <a:rPr lang="de-CH"/>
            <a:t>2</a:t>
          </a:r>
        </a:p>
      </dgm:t>
    </dgm:pt>
    <dgm:pt modelId="{7A4FDC28-06E6-4588-BB9C-C5FE59095AF5}" type="pres">
      <dgm:prSet presAssocID="{C3FFED51-1870-4410-9D58-A0698B1AD157}" presName="linearFlow" presStyleCnt="0">
        <dgm:presLayoutVars>
          <dgm:dir/>
          <dgm:animLvl val="lvl"/>
          <dgm:resizeHandles val="exact"/>
        </dgm:presLayoutVars>
      </dgm:prSet>
      <dgm:spPr/>
    </dgm:pt>
    <dgm:pt modelId="{B38D93DD-A531-4A71-92A3-0FAE757EECD6}" type="pres">
      <dgm:prSet presAssocID="{27BDCE40-562E-453C-BAF6-5257AE37F0E6}" presName="compositeNode" presStyleCnt="0"/>
      <dgm:spPr/>
    </dgm:pt>
    <dgm:pt modelId="{6719A9A0-6DDC-4AC6-AADD-9216E2A9D3AF}" type="pres">
      <dgm:prSet presAssocID="{27BDCE40-562E-453C-BAF6-5257AE37F0E6}" presName="parTx" presStyleLbl="node1" presStyleIdx="0" presStyleCnt="0">
        <dgm:presLayoutVars>
          <dgm:chMax val="0"/>
          <dgm:chPref val="0"/>
          <dgm:bulletEnabled val="1"/>
        </dgm:presLayoutVars>
      </dgm:prSet>
      <dgm:spPr/>
    </dgm:pt>
    <dgm:pt modelId="{AA839557-E620-4EE2-AA85-40F55E8A59F6}" type="pres">
      <dgm:prSet presAssocID="{27BDCE40-562E-453C-BAF6-5257AE37F0E6}" presName="parSh" presStyleCnt="0"/>
      <dgm:spPr/>
    </dgm:pt>
    <dgm:pt modelId="{452A524F-9B72-4D31-9FA0-F69CD8FEBE00}" type="pres">
      <dgm:prSet presAssocID="{27BDCE40-562E-453C-BAF6-5257AE37F0E6}" presName="lineNode" presStyleLbl="alignNode1" presStyleIdx="0" presStyleCnt="6"/>
      <dgm:spPr/>
    </dgm:pt>
    <dgm:pt modelId="{0937BA15-850D-4EFD-AA40-1C6DDC23BA60}" type="pres">
      <dgm:prSet presAssocID="{27BDCE40-562E-453C-BAF6-5257AE37F0E6}" presName="lineArrowNode" presStyleLbl="alignNode1" presStyleIdx="1" presStyleCnt="6"/>
      <dgm:spPr/>
    </dgm:pt>
    <dgm:pt modelId="{CC9C3F6A-7FF4-49A1-8E9C-73815A953F2A}" type="pres">
      <dgm:prSet presAssocID="{A2BCF0EB-1AF4-4083-8F14-48EC254AB161}" presName="sibTransNodeCircle" presStyleLbl="alignNode1" presStyleIdx="2" presStyleCnt="6">
        <dgm:presLayoutVars>
          <dgm:chMax val="0"/>
          <dgm:bulletEnabled/>
        </dgm:presLayoutVars>
      </dgm:prSet>
      <dgm:spPr/>
    </dgm:pt>
    <dgm:pt modelId="{F84E5777-BDE6-41A2-833E-B7BEE533CE20}" type="pres">
      <dgm:prSet presAssocID="{A2BCF0EB-1AF4-4083-8F14-48EC254AB161}" presName="spacerBetweenCircleAndCallout" presStyleCnt="0">
        <dgm:presLayoutVars/>
      </dgm:prSet>
      <dgm:spPr/>
    </dgm:pt>
    <dgm:pt modelId="{60FB7E09-1DB0-481F-9DA8-047893CEF259}" type="pres">
      <dgm:prSet presAssocID="{A2BCF0EB-1AF4-4083-8F14-48EC254AB161}" presName="verticalConnector" presStyleLbl="alignAccFollowNode1" presStyleIdx="0" presStyleCnt="2"/>
      <dgm:spPr/>
    </dgm:pt>
    <dgm:pt modelId="{4E8CB37C-8774-413B-98A6-B2F79D61F0DB}" type="pres">
      <dgm:prSet presAssocID="{27BDCE40-562E-453C-BAF6-5257AE37F0E6}" presName="nodeText" presStyleLbl="fgAcc1" presStyleIdx="0" presStyleCnt="2">
        <dgm:presLayoutVars>
          <dgm:bulletEnabled val="1"/>
        </dgm:presLayoutVars>
      </dgm:prSet>
      <dgm:spPr/>
    </dgm:pt>
    <dgm:pt modelId="{83582514-B78B-4E7F-87C3-FFDF3A3FD7E3}" type="pres">
      <dgm:prSet presAssocID="{A2BCF0EB-1AF4-4083-8F14-48EC254AB161}" presName="sibTransComposite" presStyleCnt="0"/>
      <dgm:spPr/>
    </dgm:pt>
    <dgm:pt modelId="{392754F0-2612-4B05-87D2-8F8CCA1B1AAB}" type="pres">
      <dgm:prSet presAssocID="{037D2FA6-5751-436D-A83D-238061A0D749}" presName="compositeNode" presStyleCnt="0"/>
      <dgm:spPr/>
    </dgm:pt>
    <dgm:pt modelId="{1E940124-BC4C-4146-81AE-C2FAEB89EA77}" type="pres">
      <dgm:prSet presAssocID="{037D2FA6-5751-436D-A83D-238061A0D749}" presName="parTx" presStyleLbl="node1" presStyleIdx="0" presStyleCnt="0">
        <dgm:presLayoutVars>
          <dgm:chMax val="0"/>
          <dgm:chPref val="0"/>
          <dgm:bulletEnabled val="1"/>
        </dgm:presLayoutVars>
      </dgm:prSet>
      <dgm:spPr/>
    </dgm:pt>
    <dgm:pt modelId="{BB3BE2D9-897F-4B1F-8F01-5C65F10EA945}" type="pres">
      <dgm:prSet presAssocID="{037D2FA6-5751-436D-A83D-238061A0D749}" presName="parSh" presStyleCnt="0"/>
      <dgm:spPr/>
    </dgm:pt>
    <dgm:pt modelId="{30A8B1EB-5283-48AA-A2C0-A6EE21D21F48}" type="pres">
      <dgm:prSet presAssocID="{037D2FA6-5751-436D-A83D-238061A0D749}" presName="lineNode" presStyleLbl="alignNode1" presStyleIdx="3" presStyleCnt="6"/>
      <dgm:spPr/>
    </dgm:pt>
    <dgm:pt modelId="{3B4A6B0D-BF59-4850-8897-749C11D200CC}" type="pres">
      <dgm:prSet presAssocID="{037D2FA6-5751-436D-A83D-238061A0D749}" presName="lineArrowNode" presStyleLbl="alignNode1" presStyleIdx="4" presStyleCnt="6"/>
      <dgm:spPr/>
    </dgm:pt>
    <dgm:pt modelId="{D4CE4DBE-A2DC-49FC-AA6E-2280511C69DF}" type="pres">
      <dgm:prSet presAssocID="{62E81E5A-BB50-4417-843B-A4052D45AB82}" presName="sibTransNodeCircle" presStyleLbl="alignNode1" presStyleIdx="5" presStyleCnt="6">
        <dgm:presLayoutVars>
          <dgm:chMax val="0"/>
          <dgm:bulletEnabled/>
        </dgm:presLayoutVars>
      </dgm:prSet>
      <dgm:spPr/>
    </dgm:pt>
    <dgm:pt modelId="{DA5CF780-81E4-4BBA-BAA7-E4B7B0AAFBCF}" type="pres">
      <dgm:prSet presAssocID="{62E81E5A-BB50-4417-843B-A4052D45AB82}" presName="spacerBetweenCircleAndCallout" presStyleCnt="0">
        <dgm:presLayoutVars/>
      </dgm:prSet>
      <dgm:spPr/>
    </dgm:pt>
    <dgm:pt modelId="{2512E133-27AC-475B-A505-AE7555F39268}" type="pres">
      <dgm:prSet presAssocID="{62E81E5A-BB50-4417-843B-A4052D45AB82}" presName="verticalConnector" presStyleLbl="alignAccFollowNode1" presStyleIdx="1" presStyleCnt="2"/>
      <dgm:spPr/>
    </dgm:pt>
    <dgm:pt modelId="{B5103CEA-5830-451E-A833-CE335BEEA625}" type="pres">
      <dgm:prSet presAssocID="{037D2FA6-5751-436D-A83D-238061A0D749}" presName="nodeText" presStyleLbl="fgAcc1" presStyleIdx="1" presStyleCnt="2">
        <dgm:presLayoutVars>
          <dgm:bulletEnabled val="1"/>
        </dgm:presLayoutVars>
      </dgm:prSet>
      <dgm:spPr/>
    </dgm:pt>
  </dgm:ptLst>
  <dgm:cxnLst>
    <dgm:cxn modelId="{8D489811-C4F2-43B5-9F92-51755C9A8840}" type="presOf" srcId="{62E81E5A-BB50-4417-843B-A4052D45AB82}" destId="{D4CE4DBE-A2DC-49FC-AA6E-2280511C69DF}" srcOrd="0" destOrd="0" presId="urn:microsoft.com/office/officeart/2024/layout/NumberedLinearArrowProcess#1"/>
    <dgm:cxn modelId="{EC569715-9D69-4977-878D-66855E2C0A7D}" type="presOf" srcId="{037D2FA6-5751-436D-A83D-238061A0D749}" destId="{3B4A6B0D-BF59-4850-8897-749C11D200CC}" srcOrd="0" destOrd="0" presId="urn:microsoft.com/office/officeart/2024/layout/NumberedLinearArrowProcess#1"/>
    <dgm:cxn modelId="{CBC11420-67A8-4FA5-8DA3-19FB0B06A4A7}" type="presOf" srcId="{A2BCF0EB-1AF4-4083-8F14-48EC254AB161}" destId="{CC9C3F6A-7FF4-49A1-8E9C-73815A953F2A}" srcOrd="0" destOrd="0" presId="urn:microsoft.com/office/officeart/2024/layout/NumberedLinearArrowProcess#1"/>
    <dgm:cxn modelId="{B32E754B-2B0B-4318-B853-7F13DC3E460D}" srcId="{C3FFED51-1870-4410-9D58-A0698B1AD157}" destId="{27BDCE40-562E-453C-BAF6-5257AE37F0E6}" srcOrd="0" destOrd="0" parTransId="{53E6B549-0C3D-4D42-8C0F-0A3435EBE642}" sibTransId="{A2BCF0EB-1AF4-4083-8F14-48EC254AB161}"/>
    <dgm:cxn modelId="{162F5D9C-7659-4B0F-AA7E-810AAE049651}" type="presOf" srcId="{037D2FA6-5751-436D-A83D-238061A0D749}" destId="{B5103CEA-5830-451E-A833-CE335BEEA625}" srcOrd="1" destOrd="0" presId="urn:microsoft.com/office/officeart/2024/layout/NumberedLinearArrowProcess#1"/>
    <dgm:cxn modelId="{B82D0EC2-14CC-4196-B9B9-3935F2B76910}" type="presOf" srcId="{C3FFED51-1870-4410-9D58-A0698B1AD157}" destId="{7A4FDC28-06E6-4588-BB9C-C5FE59095AF5}" srcOrd="0" destOrd="0" presId="urn:microsoft.com/office/officeart/2024/layout/NumberedLinearArrowProcess#1"/>
    <dgm:cxn modelId="{D41456C4-2B51-4F6E-9D6F-BEA838FBDDBD}" type="presOf" srcId="{27BDCE40-562E-453C-BAF6-5257AE37F0E6}" destId="{4E8CB37C-8774-413B-98A6-B2F79D61F0DB}" srcOrd="1" destOrd="0" presId="urn:microsoft.com/office/officeart/2024/layout/NumberedLinearArrowProcess#1"/>
    <dgm:cxn modelId="{6ABE4ADD-4345-453A-997D-2CA7007AD5EE}" srcId="{C3FFED51-1870-4410-9D58-A0698B1AD157}" destId="{037D2FA6-5751-436D-A83D-238061A0D749}" srcOrd="1" destOrd="0" parTransId="{D29B724B-9F6B-4592-8240-81B1B33E500E}" sibTransId="{62E81E5A-BB50-4417-843B-A4052D45AB82}"/>
    <dgm:cxn modelId="{820FE8FA-73D2-4257-B9E9-7A6D8EB1EC0F}" type="presOf" srcId="{27BDCE40-562E-453C-BAF6-5257AE37F0E6}" destId="{0937BA15-850D-4EFD-AA40-1C6DDC23BA60}" srcOrd="0" destOrd="0" presId="urn:microsoft.com/office/officeart/2024/layout/NumberedLinearArrowProcess#1"/>
    <dgm:cxn modelId="{6A6728A1-949B-42FB-AEFB-673004B69DE6}" type="presParOf" srcId="{7A4FDC28-06E6-4588-BB9C-C5FE59095AF5}" destId="{B38D93DD-A531-4A71-92A3-0FAE757EECD6}" srcOrd="0" destOrd="0" presId="urn:microsoft.com/office/officeart/2024/layout/NumberedLinearArrowProcess#1"/>
    <dgm:cxn modelId="{C170E303-5E6F-49C0-A616-AD75EBF31197}" type="presParOf" srcId="{B38D93DD-A531-4A71-92A3-0FAE757EECD6}" destId="{6719A9A0-6DDC-4AC6-AADD-9216E2A9D3AF}" srcOrd="0" destOrd="0" presId="urn:microsoft.com/office/officeart/2024/layout/NumberedLinearArrowProcess#1"/>
    <dgm:cxn modelId="{6C7F6BB1-0ACD-4387-BE12-8365C2A2CA38}" type="presParOf" srcId="{B38D93DD-A531-4A71-92A3-0FAE757EECD6}" destId="{AA839557-E620-4EE2-AA85-40F55E8A59F6}" srcOrd="1" destOrd="0" presId="urn:microsoft.com/office/officeart/2024/layout/NumberedLinearArrowProcess#1"/>
    <dgm:cxn modelId="{FD7CF94A-B021-4894-A33A-CA6815C54BBE}" type="presParOf" srcId="{AA839557-E620-4EE2-AA85-40F55E8A59F6}" destId="{452A524F-9B72-4D31-9FA0-F69CD8FEBE00}" srcOrd="0" destOrd="0" presId="urn:microsoft.com/office/officeart/2024/layout/NumberedLinearArrowProcess#1"/>
    <dgm:cxn modelId="{3D9185E8-157D-43A4-AAAC-B01D1A3A7681}" type="presParOf" srcId="{AA839557-E620-4EE2-AA85-40F55E8A59F6}" destId="{0937BA15-850D-4EFD-AA40-1C6DDC23BA60}" srcOrd="1" destOrd="0" presId="urn:microsoft.com/office/officeart/2024/layout/NumberedLinearArrowProcess#1"/>
    <dgm:cxn modelId="{ACE9752A-361A-4980-9232-169EA93C2C12}" type="presParOf" srcId="{AA839557-E620-4EE2-AA85-40F55E8A59F6}" destId="{CC9C3F6A-7FF4-49A1-8E9C-73815A953F2A}" srcOrd="2" destOrd="0" presId="urn:microsoft.com/office/officeart/2024/layout/NumberedLinearArrowProcess#1"/>
    <dgm:cxn modelId="{981D2C67-4166-4EB0-9278-053F4696DB7A}" type="presParOf" srcId="{AA839557-E620-4EE2-AA85-40F55E8A59F6}" destId="{F84E5777-BDE6-41A2-833E-B7BEE533CE20}" srcOrd="3" destOrd="0" presId="urn:microsoft.com/office/officeart/2024/layout/NumberedLinearArrowProcess#1"/>
    <dgm:cxn modelId="{BD89535F-19DA-47A9-8173-CC619A0F91E2}" type="presParOf" srcId="{AA839557-E620-4EE2-AA85-40F55E8A59F6}" destId="{60FB7E09-1DB0-481F-9DA8-047893CEF259}" srcOrd="4" destOrd="0" presId="urn:microsoft.com/office/officeart/2024/layout/NumberedLinearArrowProcess#1"/>
    <dgm:cxn modelId="{744D76CF-740B-49CA-AA1E-15E2B3C2222D}" type="presParOf" srcId="{B38D93DD-A531-4A71-92A3-0FAE757EECD6}" destId="{4E8CB37C-8774-413B-98A6-B2F79D61F0DB}" srcOrd="2" destOrd="0" presId="urn:microsoft.com/office/officeart/2024/layout/NumberedLinearArrowProcess#1"/>
    <dgm:cxn modelId="{2CE9E9DE-FB28-4D59-B175-14DC58C22E91}" type="presParOf" srcId="{7A4FDC28-06E6-4588-BB9C-C5FE59095AF5}" destId="{83582514-B78B-4E7F-87C3-FFDF3A3FD7E3}" srcOrd="1" destOrd="0" presId="urn:microsoft.com/office/officeart/2024/layout/NumberedLinearArrowProcess#1"/>
    <dgm:cxn modelId="{F57FC48B-9058-4D79-A009-7D02891E316F}" type="presParOf" srcId="{7A4FDC28-06E6-4588-BB9C-C5FE59095AF5}" destId="{392754F0-2612-4B05-87D2-8F8CCA1B1AAB}" srcOrd="2" destOrd="0" presId="urn:microsoft.com/office/officeart/2024/layout/NumberedLinearArrowProcess#1"/>
    <dgm:cxn modelId="{4F8E0D83-2E79-4579-AAC5-FAC9C93365FD}" type="presParOf" srcId="{392754F0-2612-4B05-87D2-8F8CCA1B1AAB}" destId="{1E940124-BC4C-4146-81AE-C2FAEB89EA77}" srcOrd="0" destOrd="0" presId="urn:microsoft.com/office/officeart/2024/layout/NumberedLinearArrowProcess#1"/>
    <dgm:cxn modelId="{8382EDF5-08BA-44BF-ACC4-5727D775E49E}" type="presParOf" srcId="{392754F0-2612-4B05-87D2-8F8CCA1B1AAB}" destId="{BB3BE2D9-897F-4B1F-8F01-5C65F10EA945}" srcOrd="1" destOrd="0" presId="urn:microsoft.com/office/officeart/2024/layout/NumberedLinearArrowProcess#1"/>
    <dgm:cxn modelId="{705F9CB2-B351-486E-A539-FEEF0383FCFA}" type="presParOf" srcId="{BB3BE2D9-897F-4B1F-8F01-5C65F10EA945}" destId="{30A8B1EB-5283-48AA-A2C0-A6EE21D21F48}" srcOrd="0" destOrd="0" presId="urn:microsoft.com/office/officeart/2024/layout/NumberedLinearArrowProcess#1"/>
    <dgm:cxn modelId="{8C2698C5-AA54-4FBB-B63A-6FE1222AADE3}" type="presParOf" srcId="{BB3BE2D9-897F-4B1F-8F01-5C65F10EA945}" destId="{3B4A6B0D-BF59-4850-8897-749C11D200CC}" srcOrd="1" destOrd="0" presId="urn:microsoft.com/office/officeart/2024/layout/NumberedLinearArrowProcess#1"/>
    <dgm:cxn modelId="{5B119099-7490-4C20-AFEE-B22A3A98F52E}" type="presParOf" srcId="{BB3BE2D9-897F-4B1F-8F01-5C65F10EA945}" destId="{D4CE4DBE-A2DC-49FC-AA6E-2280511C69DF}" srcOrd="2" destOrd="0" presId="urn:microsoft.com/office/officeart/2024/layout/NumberedLinearArrowProcess#1"/>
    <dgm:cxn modelId="{9B25DC30-944B-42C8-9EFA-904FCD047EB5}" type="presParOf" srcId="{BB3BE2D9-897F-4B1F-8F01-5C65F10EA945}" destId="{DA5CF780-81E4-4BBA-BAA7-E4B7B0AAFBCF}" srcOrd="3" destOrd="0" presId="urn:microsoft.com/office/officeart/2024/layout/NumberedLinearArrowProcess#1"/>
    <dgm:cxn modelId="{0FD82340-02DE-4FAA-B7A9-AE16D22B7AFD}" type="presParOf" srcId="{BB3BE2D9-897F-4B1F-8F01-5C65F10EA945}" destId="{2512E133-27AC-475B-A505-AE7555F39268}" srcOrd="4" destOrd="0" presId="urn:microsoft.com/office/officeart/2024/layout/NumberedLinearArrowProcess#1"/>
    <dgm:cxn modelId="{FCAFF1B7-45FD-41A4-A512-400B9F10539F}" type="presParOf" srcId="{392754F0-2612-4B05-87D2-8F8CCA1B1AAB}" destId="{B5103CEA-5830-451E-A833-CE335BEEA625}" srcOrd="2" destOrd="0" presId="urn:microsoft.com/office/officeart/2024/layout/NumberedLinearArrow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D7045-9765-4A27-B386-B5C80B614630}">
      <dsp:nvSpPr>
        <dsp:cNvPr id="0" name=""/>
        <dsp:cNvSpPr/>
      </dsp:nvSpPr>
      <dsp:spPr>
        <a:xfrm>
          <a:off x="24058" y="17112"/>
          <a:ext cx="4091503" cy="6120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e-CH" sz="1800" kern="1200"/>
            <a:t>CTG </a:t>
          </a:r>
          <a:r>
            <a:rPr lang="de-CH" sz="1800" kern="1200" err="1"/>
            <a:t>recordings</a:t>
          </a:r>
          <a:endParaRPr lang="de-CH" sz="1800" kern="1200"/>
        </a:p>
      </dsp:txBody>
      <dsp:txXfrm>
        <a:off x="41984" y="35038"/>
        <a:ext cx="3431051" cy="576200"/>
      </dsp:txXfrm>
    </dsp:sp>
    <dsp:sp modelId="{24897373-71CA-4547-B2A2-2FF41D935784}">
      <dsp:nvSpPr>
        <dsp:cNvPr id="0" name=""/>
        <dsp:cNvSpPr/>
      </dsp:nvSpPr>
      <dsp:spPr>
        <a:xfrm>
          <a:off x="361014" y="714061"/>
          <a:ext cx="4091503" cy="6120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e-CH" sz="1800" kern="1200" err="1"/>
            <a:t>SISPorto</a:t>
          </a:r>
          <a:r>
            <a:rPr lang="de-CH" sz="1800" kern="1200"/>
            <a:t> </a:t>
          </a:r>
          <a:r>
            <a:rPr lang="de-CH" sz="1800" kern="1200" err="1"/>
            <a:t>software</a:t>
          </a:r>
          <a:endParaRPr lang="de-CH" sz="1800" kern="1200"/>
        </a:p>
      </dsp:txBody>
      <dsp:txXfrm>
        <a:off x="378940" y="731987"/>
        <a:ext cx="3296801" cy="576200"/>
      </dsp:txXfrm>
    </dsp:sp>
    <dsp:sp modelId="{90C58034-AEB2-4340-ACAD-7CA7013B80CD}">
      <dsp:nvSpPr>
        <dsp:cNvPr id="0" name=""/>
        <dsp:cNvSpPr/>
      </dsp:nvSpPr>
      <dsp:spPr>
        <a:xfrm>
          <a:off x="722029" y="1428123"/>
          <a:ext cx="4091503" cy="612052"/>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de-CH" sz="1800" kern="1200"/>
            <a:t>Medical </a:t>
          </a:r>
          <a:r>
            <a:rPr lang="de-CH" sz="1800" kern="1200" err="1"/>
            <a:t>experts</a:t>
          </a:r>
          <a:endParaRPr lang="de-CH" sz="1800" kern="1200"/>
        </a:p>
      </dsp:txBody>
      <dsp:txXfrm>
        <a:off x="739955" y="1446049"/>
        <a:ext cx="3296801" cy="576200"/>
      </dsp:txXfrm>
    </dsp:sp>
    <dsp:sp modelId="{75048D04-0F84-48ED-AFC8-665EFC6097FF}">
      <dsp:nvSpPr>
        <dsp:cNvPr id="0" name=""/>
        <dsp:cNvSpPr/>
      </dsp:nvSpPr>
      <dsp:spPr>
        <a:xfrm>
          <a:off x="3693668" y="464140"/>
          <a:ext cx="397834" cy="397834"/>
        </a:xfrm>
        <a:prstGeom prst="downArrow">
          <a:avLst>
            <a:gd name="adj1" fmla="val 55000"/>
            <a:gd name="adj2" fmla="val 45000"/>
          </a:avLst>
        </a:prstGeom>
        <a:solidFill>
          <a:schemeClr val="lt1">
            <a:alpha val="90000"/>
            <a:tint val="40000"/>
            <a:hueOff val="0"/>
            <a:satOff val="0"/>
            <a:lumOff val="0"/>
            <a:alphaOff val="0"/>
          </a:schemeClr>
        </a:solidFill>
        <a:ln w="6350" cap="flat" cmpd="sng" algn="ctr">
          <a:solidFill>
            <a:schemeClr val="accent1">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de-CH" sz="1900" kern="1200"/>
        </a:p>
      </dsp:txBody>
      <dsp:txXfrm>
        <a:off x="3783181" y="464140"/>
        <a:ext cx="218808" cy="299370"/>
      </dsp:txXfrm>
    </dsp:sp>
    <dsp:sp modelId="{328070CC-51D1-44EA-865D-C470E18DD7CD}">
      <dsp:nvSpPr>
        <dsp:cNvPr id="0" name=""/>
        <dsp:cNvSpPr/>
      </dsp:nvSpPr>
      <dsp:spPr>
        <a:xfrm>
          <a:off x="4054683" y="1174121"/>
          <a:ext cx="397834" cy="397834"/>
        </a:xfrm>
        <a:prstGeom prst="downArrow">
          <a:avLst>
            <a:gd name="adj1" fmla="val 55000"/>
            <a:gd name="adj2" fmla="val 45000"/>
          </a:avLst>
        </a:prstGeom>
        <a:solidFill>
          <a:schemeClr val="lt1">
            <a:alpha val="90000"/>
            <a:tint val="40000"/>
            <a:hueOff val="0"/>
            <a:satOff val="0"/>
            <a:lumOff val="0"/>
            <a:alphaOff val="0"/>
          </a:schemeClr>
        </a:solidFill>
        <a:ln w="6350" cap="flat" cmpd="sng" algn="ctr">
          <a:solidFill>
            <a:schemeClr val="accent1">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de-CH" sz="1900" kern="1200"/>
        </a:p>
      </dsp:txBody>
      <dsp:txXfrm>
        <a:off x="4144196" y="1174121"/>
        <a:ext cx="218808" cy="2993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2A524F-9B72-4D31-9FA0-F69CD8FEBE00}">
      <dsp:nvSpPr>
        <dsp:cNvPr id="0" name=""/>
        <dsp:cNvSpPr/>
      </dsp:nvSpPr>
      <dsp:spPr>
        <a:xfrm>
          <a:off x="1865069" y="678061"/>
          <a:ext cx="1184756" cy="7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937BA15-850D-4EFD-AA40-1C6DDC23BA60}">
      <dsp:nvSpPr>
        <dsp:cNvPr id="0" name=""/>
        <dsp:cNvSpPr/>
      </dsp:nvSpPr>
      <dsp:spPr>
        <a:xfrm>
          <a:off x="2948275" y="539853"/>
          <a:ext cx="155710" cy="290117"/>
        </a:xfrm>
        <a:prstGeom prst="chevron">
          <a:avLst>
            <a:gd name="adj" fmla="val 9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53737" tIns="165100" rIns="53737" bIns="165100" numCol="1" spcCol="1270" anchor="t" anchorCtr="0">
          <a:noAutofit/>
        </a:bodyPr>
        <a:lstStyle/>
        <a:p>
          <a:pPr marL="0" lvl="0" indent="0" algn="ctr" defTabSz="800100">
            <a:lnSpc>
              <a:spcPct val="90000"/>
            </a:lnSpc>
            <a:spcBef>
              <a:spcPct val="0"/>
            </a:spcBef>
            <a:spcAft>
              <a:spcPct val="35000"/>
            </a:spcAft>
            <a:buNone/>
          </a:pPr>
          <a:r>
            <a:rPr lang="en-GB" sz="1800" b="1" kern="1200"/>
            <a:t>Measurements</a:t>
          </a:r>
        </a:p>
        <a:p>
          <a:pPr marL="0" lvl="0" indent="0" algn="ctr" defTabSz="800100">
            <a:lnSpc>
              <a:spcPct val="90000"/>
            </a:lnSpc>
            <a:spcBef>
              <a:spcPct val="0"/>
            </a:spcBef>
            <a:spcAft>
              <a:spcPct val="35000"/>
            </a:spcAft>
            <a:buNone/>
          </a:pPr>
          <a:r>
            <a:rPr lang="de-CH" sz="1800" kern="1200"/>
            <a:t>- </a:t>
          </a:r>
          <a:r>
            <a:rPr lang="de-CH" sz="1800" kern="1200" err="1"/>
            <a:t>Numerical</a:t>
          </a:r>
          <a:r>
            <a:rPr lang="de-CH" sz="1800" kern="1200"/>
            <a:t> CTG </a:t>
          </a:r>
          <a:r>
            <a:rPr lang="de-CH" sz="1800" kern="1200" err="1"/>
            <a:t>characteristics</a:t>
          </a:r>
          <a:endParaRPr lang="de-CH" sz="1800" kern="1200"/>
        </a:p>
      </dsp:txBody>
      <dsp:txXfrm>
        <a:off x="232663" y="1869134"/>
        <a:ext cx="2926309" cy="1931904"/>
      </dsp:txXfrm>
    </dsp:sp>
    <dsp:sp modelId="{CC9C3F6A-7FF4-49A1-8E9C-73815A953F2A}">
      <dsp:nvSpPr>
        <dsp:cNvPr id="0" name=""/>
        <dsp:cNvSpPr/>
      </dsp:nvSpPr>
      <dsp:spPr>
        <a:xfrm>
          <a:off x="1202105" y="184384"/>
          <a:ext cx="987425" cy="987425"/>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38318" tIns="38318" rIns="38318" bIns="38318" numCol="1" spcCol="1270" anchor="ctr" anchorCtr="0">
          <a:noAutofit/>
        </a:bodyPr>
        <a:lstStyle/>
        <a:p>
          <a:pPr marL="0" lvl="0" indent="0" algn="ctr" defTabSz="2089150">
            <a:lnSpc>
              <a:spcPct val="90000"/>
            </a:lnSpc>
            <a:spcBef>
              <a:spcPct val="0"/>
            </a:spcBef>
            <a:spcAft>
              <a:spcPct val="35000"/>
            </a:spcAft>
            <a:buNone/>
          </a:pPr>
          <a:r>
            <a:rPr lang="de-CH" sz="4700" kern="1200"/>
            <a:t>1</a:t>
          </a:r>
        </a:p>
      </dsp:txBody>
      <dsp:txXfrm>
        <a:off x="1346710" y="328989"/>
        <a:ext cx="698215" cy="698215"/>
      </dsp:txXfrm>
    </dsp:sp>
    <dsp:sp modelId="{60FB7E09-1DB0-481F-9DA8-047893CEF259}">
      <dsp:nvSpPr>
        <dsp:cNvPr id="0" name=""/>
        <dsp:cNvSpPr/>
      </dsp:nvSpPr>
      <dsp:spPr>
        <a:xfrm>
          <a:off x="1695782" y="1243162"/>
          <a:ext cx="72" cy="564116"/>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E8CB37C-8774-413B-98A6-B2F79D61F0DB}">
      <dsp:nvSpPr>
        <dsp:cNvPr id="0" name=""/>
        <dsp:cNvSpPr/>
      </dsp:nvSpPr>
      <dsp:spPr>
        <a:xfrm>
          <a:off x="172559" y="1809030"/>
          <a:ext cx="3046517" cy="2052112"/>
        </a:xfrm>
        <a:prstGeom prst="roundRect">
          <a:avLst>
            <a:gd name="adj" fmla="val 10000"/>
          </a:avLst>
        </a:prstGeom>
        <a:solidFill>
          <a:schemeClr val="dk2">
            <a:alpha val="90000"/>
            <a:tint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737" tIns="165100" rIns="53737" bIns="165100" numCol="1" spcCol="1270" anchor="t" anchorCtr="0">
          <a:noAutofit/>
        </a:bodyPr>
        <a:lstStyle/>
        <a:p>
          <a:pPr marL="0" lvl="0" indent="0" algn="ctr" defTabSz="800100">
            <a:lnSpc>
              <a:spcPct val="90000"/>
            </a:lnSpc>
            <a:spcBef>
              <a:spcPct val="0"/>
            </a:spcBef>
            <a:spcAft>
              <a:spcPct val="35000"/>
            </a:spcAft>
            <a:buNone/>
          </a:pPr>
          <a:r>
            <a:rPr lang="en-GB" sz="1800" b="1" kern="1200"/>
            <a:t>Measurements</a:t>
          </a:r>
        </a:p>
        <a:p>
          <a:pPr marL="0" lvl="0" indent="0" algn="ctr" defTabSz="800100">
            <a:lnSpc>
              <a:spcPct val="90000"/>
            </a:lnSpc>
            <a:spcBef>
              <a:spcPct val="0"/>
            </a:spcBef>
            <a:spcAft>
              <a:spcPct val="35000"/>
            </a:spcAft>
            <a:buNone/>
          </a:pPr>
          <a:r>
            <a:rPr lang="de-CH" sz="1800" kern="1200"/>
            <a:t>- </a:t>
          </a:r>
          <a:r>
            <a:rPr lang="de-CH" sz="1800" kern="1200" err="1"/>
            <a:t>Numerical</a:t>
          </a:r>
          <a:r>
            <a:rPr lang="de-CH" sz="1800" kern="1200"/>
            <a:t> CTG </a:t>
          </a:r>
          <a:r>
            <a:rPr lang="de-CH" sz="1800" kern="1200" err="1"/>
            <a:t>characteristics</a:t>
          </a:r>
          <a:endParaRPr lang="de-CH" sz="1800" kern="1200"/>
        </a:p>
      </dsp:txBody>
      <dsp:txXfrm>
        <a:off x="232663" y="1869134"/>
        <a:ext cx="2926309" cy="1931904"/>
      </dsp:txXfrm>
    </dsp:sp>
    <dsp:sp modelId="{30A8B1EB-5283-48AA-A2C0-A6EE21D21F48}">
      <dsp:nvSpPr>
        <dsp:cNvPr id="0" name=""/>
        <dsp:cNvSpPr/>
      </dsp:nvSpPr>
      <dsp:spPr>
        <a:xfrm>
          <a:off x="3388328" y="676309"/>
          <a:ext cx="1692509" cy="7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4CE4DBE-A2DC-49FC-AA6E-2280511C69DF}">
      <dsp:nvSpPr>
        <dsp:cNvPr id="0" name=""/>
        <dsp:cNvSpPr/>
      </dsp:nvSpPr>
      <dsp:spPr>
        <a:xfrm>
          <a:off x="4587124" y="182633"/>
          <a:ext cx="987425" cy="987425"/>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38318" tIns="38318" rIns="38318" bIns="38318" numCol="1" spcCol="1270" anchor="ctr" anchorCtr="0">
          <a:noAutofit/>
        </a:bodyPr>
        <a:lstStyle/>
        <a:p>
          <a:pPr marL="0" lvl="0" indent="0" algn="ctr" defTabSz="2089150">
            <a:lnSpc>
              <a:spcPct val="90000"/>
            </a:lnSpc>
            <a:spcBef>
              <a:spcPct val="0"/>
            </a:spcBef>
            <a:spcAft>
              <a:spcPct val="35000"/>
            </a:spcAft>
            <a:buNone/>
          </a:pPr>
          <a:r>
            <a:rPr lang="de-CH" sz="4700" kern="1200"/>
            <a:t>2</a:t>
          </a:r>
        </a:p>
      </dsp:txBody>
      <dsp:txXfrm>
        <a:off x="4731729" y="327238"/>
        <a:ext cx="698215" cy="698215"/>
      </dsp:txXfrm>
    </dsp:sp>
    <dsp:sp modelId="{2512E133-27AC-475B-A505-AE7555F39268}">
      <dsp:nvSpPr>
        <dsp:cNvPr id="0" name=""/>
        <dsp:cNvSpPr/>
      </dsp:nvSpPr>
      <dsp:spPr>
        <a:xfrm>
          <a:off x="5080801" y="1241803"/>
          <a:ext cx="72" cy="567226"/>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5103CEA-5830-451E-A833-CE335BEEA625}">
      <dsp:nvSpPr>
        <dsp:cNvPr id="0" name=""/>
        <dsp:cNvSpPr/>
      </dsp:nvSpPr>
      <dsp:spPr>
        <a:xfrm>
          <a:off x="3557578" y="1809030"/>
          <a:ext cx="3046517" cy="2052112"/>
        </a:xfrm>
        <a:prstGeom prst="roundRect">
          <a:avLst>
            <a:gd name="adj" fmla="val 10000"/>
          </a:avLst>
        </a:prstGeom>
        <a:solidFill>
          <a:schemeClr val="dk2">
            <a:alpha val="90000"/>
            <a:tint val="40000"/>
            <a:hueOff val="0"/>
            <a:satOff val="0"/>
            <a:lumOff val="0"/>
            <a:alphaOff val="0"/>
          </a:schemeClr>
        </a:solidFill>
        <a:ln w="635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3737" tIns="165100" rIns="53737" bIns="165100" numCol="1" spcCol="1270" anchor="t" anchorCtr="0">
          <a:noAutofit/>
        </a:bodyPr>
        <a:lstStyle/>
        <a:p>
          <a:pPr marL="0" lvl="0" indent="0" algn="ctr" defTabSz="800100">
            <a:lnSpc>
              <a:spcPct val="90000"/>
            </a:lnSpc>
            <a:spcBef>
              <a:spcPct val="0"/>
            </a:spcBef>
            <a:spcAft>
              <a:spcPct val="35000"/>
            </a:spcAft>
            <a:buNone/>
          </a:pPr>
          <a:r>
            <a:rPr lang="de-CH" sz="1800" b="1" kern="1200" err="1"/>
            <a:t>Classifications</a:t>
          </a:r>
          <a:endParaRPr lang="de-CH" sz="1800" b="1" kern="1200"/>
        </a:p>
        <a:p>
          <a:pPr marL="0" lvl="0" indent="0" algn="ctr" defTabSz="800100">
            <a:lnSpc>
              <a:spcPct val="90000"/>
            </a:lnSpc>
            <a:spcBef>
              <a:spcPct val="0"/>
            </a:spcBef>
            <a:spcAft>
              <a:spcPct val="35000"/>
            </a:spcAft>
            <a:buNone/>
          </a:pPr>
          <a:r>
            <a:rPr lang="de-CH" sz="1800" kern="1200"/>
            <a:t>- Interpretation of the </a:t>
          </a:r>
          <a:r>
            <a:rPr lang="de-CH" sz="1800" kern="1200" err="1"/>
            <a:t>recordings</a:t>
          </a:r>
          <a:r>
            <a:rPr lang="de-CH" sz="1800" kern="1200"/>
            <a:t>: </a:t>
          </a:r>
        </a:p>
        <a:p>
          <a:pPr marL="0" lvl="0" indent="0" algn="ctr" defTabSz="800100">
            <a:lnSpc>
              <a:spcPct val="90000"/>
            </a:lnSpc>
            <a:spcBef>
              <a:spcPct val="0"/>
            </a:spcBef>
            <a:spcAft>
              <a:spcPct val="35000"/>
            </a:spcAft>
            <a:buNone/>
          </a:pPr>
          <a:r>
            <a:rPr lang="de-CH" sz="1800" kern="1200">
              <a:solidFill>
                <a:srgbClr val="00B050"/>
              </a:solidFill>
            </a:rPr>
            <a:t>normal</a:t>
          </a:r>
        </a:p>
        <a:p>
          <a:pPr marL="0" lvl="0" indent="0" algn="ctr" defTabSz="800100">
            <a:lnSpc>
              <a:spcPct val="90000"/>
            </a:lnSpc>
            <a:spcBef>
              <a:spcPct val="0"/>
            </a:spcBef>
            <a:spcAft>
              <a:spcPct val="35000"/>
            </a:spcAft>
            <a:buNone/>
          </a:pPr>
          <a:r>
            <a:rPr lang="de-CH" sz="1800" kern="1200" err="1">
              <a:solidFill>
                <a:srgbClr val="FFFF00"/>
              </a:solidFill>
            </a:rPr>
            <a:t>suspect</a:t>
          </a:r>
          <a:endParaRPr lang="de-CH" sz="1800" kern="1200">
            <a:solidFill>
              <a:srgbClr val="FFFF00"/>
            </a:solidFill>
          </a:endParaRPr>
        </a:p>
        <a:p>
          <a:pPr marL="0" lvl="0" indent="0" algn="ctr" defTabSz="800100">
            <a:lnSpc>
              <a:spcPct val="90000"/>
            </a:lnSpc>
            <a:spcBef>
              <a:spcPct val="0"/>
            </a:spcBef>
            <a:spcAft>
              <a:spcPct val="35000"/>
            </a:spcAft>
            <a:buNone/>
          </a:pPr>
          <a:r>
            <a:rPr lang="de-CH" sz="1800" kern="1200" err="1">
              <a:solidFill>
                <a:srgbClr val="C00000"/>
              </a:solidFill>
            </a:rPr>
            <a:t>pathological</a:t>
          </a:r>
          <a:endParaRPr lang="de-CH" sz="1800" kern="1200">
            <a:solidFill>
              <a:srgbClr val="C00000"/>
            </a:solidFill>
          </a:endParaRPr>
        </a:p>
      </dsp:txBody>
      <dsp:txXfrm>
        <a:off x="3617682" y="1869134"/>
        <a:ext cx="2926309" cy="193190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24/layout/NumberedLinearArrowProcess#1">
  <dgm:title val=""/>
  <dgm:desc val=""/>
  <dgm:catLst>
    <dgm:cat type="process" pri="1700"/>
  </dgm:catLst>
  <dgm:sampData>
    <dgm:dataModel>
      <dgm:ptLst>
        <dgm:pt modelId="0" type="doc"/>
        <dgm:pt modelId="1">
          <dgm:prSet phldr="1"/>
        </dgm:pt>
        <dgm:pt modelId="2">
          <dgm:prSet phldr="1"/>
        </dgm:pt>
        <dgm:pt modelId="3">
          <dgm:prSet phldr="1"/>
        </dgm:pt>
        <dgm:pt modelId="101" type="sibTrans" cxnId="{703E5E35-E8BD-45C8-85FD-CB2BC9D4B525}">
          <dgm:prSet phldrT="1"/>
          <dgm:t>
            <a:bodyPr/>
            <a:lstStyle/>
            <a:p>
              <a:r>
                <a:t>1</a:t>
              </a:r>
            </a:p>
          </dgm:t>
        </dgm:pt>
        <dgm:pt modelId="201" type="sibTrans" cxnId="{DC1D7B56-DC83-4D28-A8AF-1C1340D1887B}">
          <dgm:prSet phldrT="2"/>
          <dgm:t>
            <a:bodyPr/>
            <a:lstStyle/>
            <a:p>
              <a:r>
                <a:t>2</a:t>
              </a:r>
            </a:p>
          </dgm:t>
        </dgm:pt>
        <dgm:pt modelId="301" type="sibTrans" cxnId="{8DF9F5FE-C6AB-4B64-A448-D5B36AF13A9D}">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15.10.2026</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15.10.2026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1" i="0" kern="1200">
                <a:solidFill>
                  <a:schemeClr val="tx1"/>
                </a:solidFill>
                <a:effectLst/>
                <a:latin typeface="+mn-lt"/>
                <a:ea typeface="+mn-ea"/>
                <a:cs typeface="+mn-cs"/>
              </a:rPr>
              <a:t>Our dataset contains information from cardiotocography (CTG), which is used to monitor fetal heart rate and uterine activity during pregnancy. The dataset was collected between 1996 and 1998 and published in 2000 in the</a:t>
            </a:r>
            <a:r>
              <a:rPr lang="en-US" b="1"/>
              <a:t> Journal of Maternal-Fetal</a:t>
            </a:r>
            <a:r>
              <a:rPr lang="en-US" sz="1200" b="1" i="0" kern="1200">
                <a:solidFill>
                  <a:schemeClr val="tx1"/>
                </a:solidFill>
                <a:effectLst/>
                <a:latin typeface="+mn-lt"/>
                <a:ea typeface="+mn-ea"/>
                <a:cs typeface="+mn-cs"/>
              </a:rPr>
              <a:t> Journal of Maternal-Fetal </a:t>
            </a:r>
            <a:r>
              <a:rPr lang="en-US" sz="1200" b="1" i="0" kern="1200" err="1">
                <a:solidFill>
                  <a:schemeClr val="tx1"/>
                </a:solidFill>
                <a:effectLst/>
                <a:latin typeface="+mn-lt"/>
                <a:ea typeface="+mn-ea"/>
                <a:cs typeface="+mn-cs"/>
              </a:rPr>
              <a:t>Medicine.It</a:t>
            </a:r>
            <a:r>
              <a:rPr lang="en-US" sz="1200" b="1" i="0" kern="1200">
                <a:solidFill>
                  <a:schemeClr val="tx1"/>
                </a:solidFill>
                <a:effectLst/>
                <a:latin typeface="+mn-lt"/>
                <a:ea typeface="+mn-ea"/>
                <a:cs typeface="+mn-cs"/>
              </a:rPr>
              <a:t> contains a total of 2,126 samples and 21 features. The recorded CTG signals were </a:t>
            </a:r>
            <a:r>
              <a:rPr lang="en-US" sz="1200" b="1" i="0" kern="1200" err="1">
                <a:solidFill>
                  <a:schemeClr val="tx1"/>
                </a:solidFill>
                <a:effectLst/>
                <a:latin typeface="+mn-lt"/>
                <a:ea typeface="+mn-ea"/>
                <a:cs typeface="+mn-cs"/>
              </a:rPr>
              <a:t>analysed</a:t>
            </a:r>
            <a:r>
              <a:rPr lang="en-US" sz="1200" b="1" i="0" kern="1200">
                <a:solidFill>
                  <a:schemeClr val="tx1"/>
                </a:solidFill>
                <a:effectLst/>
                <a:latin typeface="+mn-lt"/>
                <a:ea typeface="+mn-ea"/>
                <a:cs typeface="+mn-cs"/>
              </a:rPr>
              <a:t> using the </a:t>
            </a:r>
            <a:r>
              <a:rPr lang="en-US" sz="1200" b="1" i="0" kern="1200" err="1">
                <a:solidFill>
                  <a:schemeClr val="tx1"/>
                </a:solidFill>
                <a:effectLst/>
                <a:latin typeface="+mn-lt"/>
                <a:ea typeface="+mn-ea"/>
                <a:cs typeface="+mn-cs"/>
              </a:rPr>
              <a:t>SISPorto</a:t>
            </a:r>
            <a:r>
              <a:rPr lang="en-US" sz="1200" b="1" i="0" kern="1200">
                <a:solidFill>
                  <a:schemeClr val="tx1"/>
                </a:solidFill>
                <a:effectLst/>
                <a:latin typeface="+mn-lt"/>
                <a:ea typeface="+mn-ea"/>
                <a:cs typeface="+mn-cs"/>
              </a:rPr>
              <a:t> software to identify important details. After that, three medical experts reviewed</a:t>
            </a:r>
            <a:r>
              <a:rPr lang="en-US" b="1"/>
              <a:t> the recordings to determine the fetal condition.ed</a:t>
            </a:r>
            <a:r>
              <a:rPr lang="en-US" sz="1200" b="1" i="0" kern="1200">
                <a:solidFill>
                  <a:schemeClr val="tx1"/>
                </a:solidFill>
                <a:effectLst/>
                <a:latin typeface="+mn-lt"/>
                <a:ea typeface="+mn-ea"/>
                <a:cs typeface="+mn-cs"/>
              </a:rPr>
              <a:t> the recordings to determine the fetal condition.</a:t>
            </a:r>
            <a:endParaRPr lang="de-CH" sz="1200" b="1" i="0" kern="1200">
              <a:solidFill>
                <a:schemeClr val="tx1"/>
              </a:solidFill>
              <a:effectLst/>
              <a:latin typeface="+mn-lt"/>
              <a:ea typeface="+mn-ea"/>
              <a:cs typeface="+mn-cs"/>
            </a:endParaRPr>
          </a:p>
          <a:p>
            <a:r>
              <a:rPr lang="en-US" sz="1200" b="1" i="0" kern="1200">
                <a:solidFill>
                  <a:schemeClr val="tx1"/>
                </a:solidFill>
                <a:effectLst/>
                <a:latin typeface="+mn-lt"/>
                <a:ea typeface="+mn-ea"/>
                <a:cs typeface="+mn-cs"/>
              </a:rPr>
              <a:t>The data can be divided into two main parts: measurements and classifications. The measurements describe characteristics of the CTG, such as the baseline heart rate, accelerations, decelerations, fetal movements, contractions, and heart-rate variability. These are mainly numerical values that describe what happened during the recording. The classifications, on the other hand, represent the interpretation of these measurements. The most important classification in our dataset is NSP, which categorizes each CTG as normal, suspect, or pathological. Therefore, we can use the measurements to investigate whether certain CTG characteristics are associated with a particular classification. This gives us the opportunity to explore which measurements are most strongly related to abnormal or pathological CTG patterns.</a:t>
            </a:r>
            <a:endParaRPr lang="de-CH" sz="1200" b="1" i="0" kern="1200">
              <a:solidFill>
                <a:schemeClr val="tx1"/>
              </a:solidFill>
              <a:effectLst/>
              <a:latin typeface="+mn-lt"/>
              <a:ea typeface="+mn-ea"/>
              <a:cs typeface="+mn-cs"/>
            </a:endParaRPr>
          </a:p>
          <a:p>
            <a:endParaRPr lang="de-CH" sz="1200" b="1" i="0" kern="1200">
              <a:solidFill>
                <a:schemeClr val="tx1"/>
              </a:solidFill>
              <a:effectLst/>
              <a:latin typeface="+mn-lt"/>
              <a:ea typeface="+mn-ea"/>
              <a:cs typeface="+mn-cs"/>
            </a:endParaRPr>
          </a:p>
          <a:p>
            <a:endParaRPr lang="de-CH" sz="1200" b="1" i="0" kern="1200">
              <a:solidFill>
                <a:schemeClr val="tx1"/>
              </a:solidFill>
              <a:effectLst/>
              <a:latin typeface="+mn-lt"/>
              <a:ea typeface="+mn-ea"/>
              <a:cs typeface="+mn-cs"/>
            </a:endParaRPr>
          </a:p>
          <a:p>
            <a:endParaRPr lang="de-CH" sz="1200" b="1" i="0" kern="1200">
              <a:solidFill>
                <a:schemeClr val="tx1"/>
              </a:solidFill>
              <a:effectLst/>
              <a:latin typeface="+mn-lt"/>
              <a:ea typeface="+mn-ea"/>
              <a:cs typeface="+mn-cs"/>
            </a:endParaRPr>
          </a:p>
          <a:p>
            <a:endParaRPr lang="de-CH" sz="1200" b="0" i="0" kern="1200">
              <a:solidFill>
                <a:schemeClr val="tx1"/>
              </a:solidFill>
              <a:effectLst/>
              <a:latin typeface="+mn-lt"/>
              <a:ea typeface="+mn-ea"/>
              <a:cs typeface="+mn-cs"/>
            </a:endParaRPr>
          </a:p>
        </p:txBody>
      </p:sp>
      <p:sp>
        <p:nvSpPr>
          <p:cNvPr id="4" name="Foliennummernplatzhalter 3"/>
          <p:cNvSpPr>
            <a:spLocks noGrp="1"/>
          </p:cNvSpPr>
          <p:nvPr>
            <p:ph type="sldNum" sz="quarter" idx="5"/>
          </p:nvPr>
        </p:nvSpPr>
        <p:spPr/>
        <p:txBody>
          <a:bodyPr/>
          <a:lstStyle/>
          <a:p>
            <a:fld id="{F615DDFD-030C-4D5A-B33E-3A7E7538D2BE}" type="slidenum">
              <a:rPr lang="de-CH" smtClean="0"/>
              <a:t>2</a:t>
            </a:fld>
            <a:endParaRPr lang="de-CH"/>
          </a:p>
        </p:txBody>
      </p:sp>
    </p:spTree>
    <p:extLst>
      <p:ext uri="{BB962C8B-B14F-4D97-AF65-F5344CB8AC3E}">
        <p14:creationId xmlns:p14="http://schemas.microsoft.com/office/powerpoint/2010/main" val="3511790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err="1"/>
              <a:t>Our</a:t>
            </a:r>
            <a:r>
              <a:rPr lang="de-DE"/>
              <a:t> </a:t>
            </a:r>
            <a:r>
              <a:rPr lang="de-DE" err="1"/>
              <a:t>analysis</a:t>
            </a:r>
            <a:r>
              <a:rPr lang="de-DE"/>
              <a:t> </a:t>
            </a:r>
            <a:r>
              <a:rPr lang="de-DE" err="1"/>
              <a:t>consist</a:t>
            </a:r>
            <a:r>
              <a:rPr lang="de-DE"/>
              <a:t> of five </a:t>
            </a:r>
            <a:r>
              <a:rPr lang="de-DE" err="1"/>
              <a:t>steps</a:t>
            </a:r>
            <a:r>
              <a:rPr lang="de-DE"/>
              <a:t>.</a:t>
            </a:r>
          </a:p>
          <a:p>
            <a:endParaRPr lang="de-DE"/>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u="none" strike="noStrike" kern="1200">
                <a:solidFill>
                  <a:schemeClr val="tx1"/>
                </a:solidFill>
                <a:effectLst/>
                <a:latin typeface="+mn-lt"/>
                <a:ea typeface="+mn-ea"/>
                <a:cs typeface="+mn-cs"/>
              </a:rPr>
              <a:t>First, </a:t>
            </a:r>
            <a:r>
              <a:rPr lang="de-CH" sz="1200" b="0" i="0" u="none" strike="noStrike" kern="1200" err="1">
                <a:solidFill>
                  <a:schemeClr val="tx1"/>
                </a:solidFill>
                <a:effectLst/>
                <a:latin typeface="+mn-lt"/>
                <a:ea typeface="+mn-ea"/>
                <a:cs typeface="+mn-cs"/>
              </a:rPr>
              <a:t>we</a:t>
            </a:r>
            <a:r>
              <a:rPr lang="de-CH" sz="1200" b="0" i="0" u="none" strike="noStrike" kern="1200">
                <a:solidFill>
                  <a:schemeClr val="tx1"/>
                </a:solidFill>
                <a:effectLst/>
                <a:latin typeface="+mn-lt"/>
                <a:ea typeface="+mn-ea"/>
                <a:cs typeface="+mn-cs"/>
              </a:rPr>
              <a:t> will </a:t>
            </a:r>
            <a:r>
              <a:rPr lang="de-CH" sz="1200" b="0" i="0" u="none" strike="noStrike" kern="1200" err="1">
                <a:solidFill>
                  <a:schemeClr val="tx1"/>
                </a:solidFill>
                <a:effectLst/>
                <a:latin typeface="+mn-lt"/>
                <a:ea typeface="+mn-ea"/>
                <a:cs typeface="+mn-cs"/>
              </a:rPr>
              <a:t>preprocess</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dataset</a:t>
            </a:r>
            <a:r>
              <a:rPr lang="de-CH" sz="1200" b="0" i="0" u="none" strike="noStrike" kern="1200">
                <a:solidFill>
                  <a:schemeClr val="tx1"/>
                </a:solidFill>
                <a:effectLst/>
                <a:latin typeface="+mn-lt"/>
                <a:ea typeface="+mn-ea"/>
                <a:cs typeface="+mn-cs"/>
              </a:rPr>
              <a:t> and </a:t>
            </a:r>
            <a:r>
              <a:rPr lang="de-CH" sz="1200" b="0" i="0" u="none" strike="noStrike" kern="1200" err="1">
                <a:solidFill>
                  <a:schemeClr val="tx1"/>
                </a:solidFill>
                <a:effectLst/>
                <a:latin typeface="+mn-lt"/>
                <a:ea typeface="+mn-ea"/>
                <a:cs typeface="+mn-cs"/>
              </a:rPr>
              <a:t>create</a:t>
            </a:r>
            <a:r>
              <a:rPr lang="de-CH" sz="1200" b="0" i="0" u="none" strike="noStrike" kern="1200">
                <a:solidFill>
                  <a:schemeClr val="tx1"/>
                </a:solidFill>
                <a:effectLst/>
                <a:latin typeface="+mn-lt"/>
                <a:ea typeface="+mn-ea"/>
                <a:cs typeface="+mn-cs"/>
              </a:rPr>
              <a:t> a </a:t>
            </a:r>
            <a:r>
              <a:rPr lang="de-CH" sz="1200" b="0" i="0" u="none" strike="noStrike" kern="1200" err="1">
                <a:solidFill>
                  <a:schemeClr val="tx1"/>
                </a:solidFill>
                <a:effectLst/>
                <a:latin typeface="+mn-lt"/>
                <a:ea typeface="+mn-ea"/>
                <a:cs typeface="+mn-cs"/>
              </a:rPr>
              <a:t>stratified</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train</a:t>
            </a:r>
            <a:r>
              <a:rPr lang="de-CH" sz="1200" b="0" i="0" u="none" strike="noStrike" kern="1200">
                <a:solidFill>
                  <a:schemeClr val="tx1"/>
                </a:solidFill>
                <a:effectLst/>
                <a:latin typeface="+mn-lt"/>
                <a:ea typeface="+mn-ea"/>
                <a:cs typeface="+mn-cs"/>
              </a:rPr>
              <a:t>-test </a:t>
            </a:r>
            <a:r>
              <a:rPr lang="de-CH" sz="1200" b="0" i="0" u="none" strike="noStrike" kern="1200" err="1">
                <a:solidFill>
                  <a:schemeClr val="tx1"/>
                </a:solidFill>
                <a:effectLst/>
                <a:latin typeface="+mn-lt"/>
                <a:ea typeface="+mn-ea"/>
                <a:cs typeface="+mn-cs"/>
              </a:rPr>
              <a:t>split</a:t>
            </a:r>
            <a:r>
              <a:rPr lang="de-CH" sz="1200" b="0" i="0" u="none" strike="noStrike" kern="1200">
                <a:solidFill>
                  <a:schemeClr val="tx1"/>
                </a:solidFill>
                <a:effectLst/>
                <a:latin typeface="+mn-lt"/>
                <a:ea typeface="+mn-ea"/>
                <a:cs typeface="+mn-cs"/>
              </a:rPr>
              <a:t> to </a:t>
            </a:r>
            <a:r>
              <a:rPr lang="de-CH" sz="1200" b="0" i="0" u="none" strike="noStrike" kern="1200" err="1">
                <a:solidFill>
                  <a:schemeClr val="tx1"/>
                </a:solidFill>
                <a:effectLst/>
                <a:latin typeface="+mn-lt"/>
                <a:ea typeface="+mn-ea"/>
                <a:cs typeface="+mn-cs"/>
              </a:rPr>
              <a:t>preserve</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distribution</a:t>
            </a:r>
            <a:r>
              <a:rPr lang="de-CH" sz="1200" b="0" i="0" u="none" strike="noStrike" kern="1200">
                <a:solidFill>
                  <a:schemeClr val="tx1"/>
                </a:solidFill>
                <a:effectLst/>
                <a:latin typeface="+mn-lt"/>
                <a:ea typeface="+mn-ea"/>
                <a:cs typeface="+mn-cs"/>
              </a:rPr>
              <a:t> of the </a:t>
            </a:r>
            <a:r>
              <a:rPr lang="de-CH" sz="1200" b="0" i="0" u="none" strike="noStrike" kern="1200" err="1">
                <a:solidFill>
                  <a:schemeClr val="tx1"/>
                </a:solidFill>
                <a:effectLst/>
                <a:latin typeface="+mn-lt"/>
                <a:ea typeface="+mn-ea"/>
                <a:cs typeface="+mn-cs"/>
              </a:rPr>
              <a:t>three</a:t>
            </a:r>
            <a:r>
              <a:rPr lang="de-CH" sz="1200" b="0" i="0" u="none" strike="noStrike" kern="1200">
                <a:solidFill>
                  <a:schemeClr val="tx1"/>
                </a:solidFill>
                <a:effectLst/>
                <a:latin typeface="+mn-lt"/>
                <a:ea typeface="+mn-ea"/>
                <a:cs typeface="+mn-cs"/>
              </a:rPr>
              <a:t> fetal-</a:t>
            </a:r>
            <a:r>
              <a:rPr lang="de-CH" sz="1200" b="0" i="0" u="none" strike="noStrike" kern="1200" err="1">
                <a:solidFill>
                  <a:schemeClr val="tx1"/>
                </a:solidFill>
                <a:effectLst/>
                <a:latin typeface="+mn-lt"/>
                <a:ea typeface="+mn-ea"/>
                <a:cs typeface="+mn-cs"/>
              </a:rPr>
              <a:t>state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classes</a:t>
            </a:r>
            <a:r>
              <a:rPr lang="de-CH"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u="none" strike="noStrike" kern="1200">
                <a:solidFill>
                  <a:schemeClr val="tx1"/>
                </a:solidFill>
                <a:effectLst/>
                <a:latin typeface="+mn-lt"/>
                <a:ea typeface="+mn-ea"/>
                <a:cs typeface="+mn-cs"/>
              </a:rPr>
              <a:t>Second, </a:t>
            </a:r>
            <a:r>
              <a:rPr lang="de-CH" sz="1200" b="0" i="0" u="none" strike="noStrike" kern="1200" err="1">
                <a:solidFill>
                  <a:schemeClr val="tx1"/>
                </a:solidFill>
                <a:effectLst/>
                <a:latin typeface="+mn-lt"/>
                <a:ea typeface="+mn-ea"/>
                <a:cs typeface="+mn-cs"/>
              </a:rPr>
              <a:t>we</a:t>
            </a:r>
            <a:r>
              <a:rPr lang="de-CH" sz="1200" b="0" i="0" u="none" strike="noStrike" kern="1200">
                <a:solidFill>
                  <a:schemeClr val="tx1"/>
                </a:solidFill>
                <a:effectLst/>
                <a:latin typeface="+mn-lt"/>
                <a:ea typeface="+mn-ea"/>
                <a:cs typeface="+mn-cs"/>
              </a:rPr>
              <a:t> will </a:t>
            </a:r>
            <a:r>
              <a:rPr lang="de-CH" sz="1200" b="0" i="0" u="none" strike="noStrike" kern="1200" err="1">
                <a:solidFill>
                  <a:schemeClr val="tx1"/>
                </a:solidFill>
                <a:effectLst/>
                <a:latin typeface="+mn-lt"/>
                <a:ea typeface="+mn-ea"/>
                <a:cs typeface="+mn-cs"/>
              </a:rPr>
              <a:t>establish</a:t>
            </a:r>
            <a:r>
              <a:rPr lang="de-CH" sz="1200" b="0" i="0" u="none" strike="noStrike" kern="1200">
                <a:solidFill>
                  <a:schemeClr val="tx1"/>
                </a:solidFill>
                <a:effectLst/>
                <a:latin typeface="+mn-lt"/>
                <a:ea typeface="+mn-ea"/>
                <a:cs typeface="+mn-cs"/>
              </a:rPr>
              <a:t> a </a:t>
            </a:r>
            <a:r>
              <a:rPr lang="de-CH" sz="1200" b="0" i="0" u="none" strike="noStrike" kern="1200" err="1">
                <a:solidFill>
                  <a:schemeClr val="tx1"/>
                </a:solidFill>
                <a:effectLst/>
                <a:latin typeface="+mn-lt"/>
                <a:ea typeface="+mn-ea"/>
                <a:cs typeface="+mn-cs"/>
              </a:rPr>
              <a:t>baseline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model</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using</a:t>
            </a:r>
            <a:r>
              <a:rPr lang="de-CH" sz="1200" b="0" i="0" u="none" strike="noStrike" kern="1200">
                <a:solidFill>
                  <a:schemeClr val="tx1"/>
                </a:solidFill>
                <a:effectLst/>
                <a:latin typeface="+mn-lt"/>
                <a:ea typeface="+mn-ea"/>
                <a:cs typeface="+mn-cs"/>
              </a:rPr>
              <a:t> all 21 CTG </a:t>
            </a:r>
            <a:r>
              <a:rPr lang="de-CH" sz="1200" b="0" i="0" u="none" strike="noStrike" kern="1200" err="1">
                <a:solidFill>
                  <a:schemeClr val="tx1"/>
                </a:solidFill>
                <a:effectLst/>
                <a:latin typeface="+mn-lt"/>
                <a:ea typeface="+mn-ea"/>
                <a:cs typeface="+mn-cs"/>
              </a:rPr>
              <a:t>measurement</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features</a:t>
            </a:r>
            <a:r>
              <a:rPr lang="de-CH"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u="none" strike="noStrike" kern="1200">
                <a:solidFill>
                  <a:schemeClr val="tx1"/>
                </a:solidFill>
                <a:effectLst/>
                <a:latin typeface="+mn-lt"/>
                <a:ea typeface="+mn-ea"/>
                <a:cs typeface="+mn-cs"/>
              </a:rPr>
              <a:t>Third, </a:t>
            </a:r>
            <a:r>
              <a:rPr lang="de-CH" sz="1200" b="0" i="0" u="none" strike="noStrike" kern="1200" err="1">
                <a:solidFill>
                  <a:schemeClr val="tx1"/>
                </a:solidFill>
                <a:effectLst/>
                <a:latin typeface="+mn-lt"/>
                <a:ea typeface="+mn-ea"/>
                <a:cs typeface="+mn-cs"/>
              </a:rPr>
              <a:t>we</a:t>
            </a:r>
            <a:r>
              <a:rPr lang="de-CH" sz="1200" b="0" i="0" u="none" strike="noStrike" kern="1200">
                <a:solidFill>
                  <a:schemeClr val="tx1"/>
                </a:solidFill>
                <a:effectLst/>
                <a:latin typeface="+mn-lt"/>
                <a:ea typeface="+mn-ea"/>
                <a:cs typeface="+mn-cs"/>
              </a:rPr>
              <a:t> will </a:t>
            </a:r>
            <a:r>
              <a:rPr lang="de-CH" sz="1200" b="0" i="0" u="none" strike="noStrike" kern="1200" err="1">
                <a:solidFill>
                  <a:schemeClr val="tx1"/>
                </a:solidFill>
                <a:effectLst/>
                <a:latin typeface="+mn-lt"/>
                <a:ea typeface="+mn-ea"/>
                <a:cs typeface="+mn-cs"/>
              </a:rPr>
              <a:t>apply</a:t>
            </a:r>
            <a:r>
              <a:rPr lang="de-CH" sz="1200" b="0" i="0" u="none" strike="noStrike" kern="1200">
                <a:solidFill>
                  <a:schemeClr val="tx1"/>
                </a:solidFill>
                <a:effectLst/>
                <a:latin typeface="+mn-lt"/>
                <a:ea typeface="+mn-ea"/>
                <a:cs typeface="+mn-cs"/>
              </a:rPr>
              <a:t> feature-</a:t>
            </a:r>
            <a:r>
              <a:rPr lang="de-CH" sz="1200" b="0" i="0" u="none" strike="noStrike" kern="1200" err="1">
                <a:solidFill>
                  <a:schemeClr val="tx1"/>
                </a:solidFill>
                <a:effectLst/>
                <a:latin typeface="+mn-lt"/>
                <a:ea typeface="+mn-ea"/>
                <a:cs typeface="+mn-cs"/>
              </a:rPr>
              <a:t>selection</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methods</a:t>
            </a:r>
            <a:r>
              <a:rPr lang="de-CH" sz="1200" b="0" i="0" u="none" strike="noStrike" kern="1200">
                <a:solidFill>
                  <a:schemeClr val="tx1"/>
                </a:solidFill>
                <a:effectLst/>
                <a:latin typeface="+mn-lt"/>
                <a:ea typeface="+mn-ea"/>
                <a:cs typeface="+mn-cs"/>
              </a:rPr>
              <a:t>, to </a:t>
            </a:r>
            <a:r>
              <a:rPr lang="de-CH" sz="1200" b="0" i="0" u="none" strike="noStrike" kern="1200" err="1">
                <a:solidFill>
                  <a:schemeClr val="tx1"/>
                </a:solidFill>
                <a:effectLst/>
                <a:latin typeface="+mn-lt"/>
                <a:ea typeface="+mn-ea"/>
                <a:cs typeface="+mn-cs"/>
              </a:rPr>
              <a:t>identify</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most</a:t>
            </a:r>
            <a:r>
              <a:rPr lang="de-CH" sz="1200" b="0" i="0" u="none" strike="noStrike" kern="1200">
                <a:solidFill>
                  <a:schemeClr val="tx1"/>
                </a:solidFill>
                <a:effectLst/>
                <a:latin typeface="+mn-lt"/>
                <a:ea typeface="+mn-ea"/>
                <a:cs typeface="+mn-cs"/>
              </a:rPr>
              <a:t> informative </a:t>
            </a:r>
            <a:r>
              <a:rPr lang="de-CH" sz="1200" b="0" i="0" u="none" strike="noStrike" kern="1200" err="1">
                <a:solidFill>
                  <a:schemeClr val="tx1"/>
                </a:solidFill>
                <a:effectLst/>
                <a:latin typeface="+mn-lt"/>
                <a:ea typeface="+mn-ea"/>
                <a:cs typeface="+mn-cs"/>
              </a:rPr>
              <a:t>features</a:t>
            </a:r>
            <a:r>
              <a:rPr lang="de-CH" sz="1200" b="0" i="0" u="none" strike="noStrike" kern="1200">
                <a:solidFill>
                  <a:schemeClr val="tx1"/>
                </a:solidFill>
                <a:effectLst/>
                <a:latin typeface="+mn-lt"/>
                <a:ea typeface="+mn-ea"/>
                <a:cs typeface="+mn-cs"/>
              </a:rPr>
              <a:t>. Feature </a:t>
            </a:r>
            <a:r>
              <a:rPr lang="de-CH" sz="1200" b="0" i="0" u="none" strike="noStrike" kern="1200" err="1">
                <a:solidFill>
                  <a:schemeClr val="tx1"/>
                </a:solidFill>
                <a:effectLst/>
                <a:latin typeface="+mn-lt"/>
                <a:ea typeface="+mn-ea"/>
                <a:cs typeface="+mn-cs"/>
              </a:rPr>
              <a:t>selection</a:t>
            </a:r>
            <a:r>
              <a:rPr lang="de-CH" sz="1200" b="0" i="0" u="none" strike="noStrike" kern="1200">
                <a:solidFill>
                  <a:schemeClr val="tx1"/>
                </a:solidFill>
                <a:effectLst/>
                <a:latin typeface="+mn-lt"/>
                <a:ea typeface="+mn-ea"/>
                <a:cs typeface="+mn-cs"/>
              </a:rPr>
              <a:t> and </a:t>
            </a:r>
            <a:r>
              <a:rPr lang="de-CH" sz="1200" b="0" i="0" u="none" strike="noStrike" kern="1200" err="1">
                <a:solidFill>
                  <a:schemeClr val="tx1"/>
                </a:solidFill>
                <a:effectLst/>
                <a:latin typeface="+mn-lt"/>
                <a:ea typeface="+mn-ea"/>
                <a:cs typeface="+mn-cs"/>
              </a:rPr>
              <a:t>model</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tuning</a:t>
            </a:r>
            <a:r>
              <a:rPr lang="de-CH" sz="1200" b="0" i="0" u="none" strike="noStrike" kern="1200">
                <a:solidFill>
                  <a:schemeClr val="tx1"/>
                </a:solidFill>
                <a:effectLst/>
                <a:latin typeface="+mn-lt"/>
                <a:ea typeface="+mn-ea"/>
                <a:cs typeface="+mn-cs"/>
              </a:rPr>
              <a:t> will </a:t>
            </a:r>
            <a:r>
              <a:rPr lang="de-CH" sz="1200" b="0" i="0" u="none" strike="noStrike" kern="1200" err="1">
                <a:solidFill>
                  <a:schemeClr val="tx1"/>
                </a:solidFill>
                <a:effectLst/>
                <a:latin typeface="+mn-lt"/>
                <a:ea typeface="+mn-ea"/>
                <a:cs typeface="+mn-cs"/>
              </a:rPr>
              <a:t>be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performed</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exclusively</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within</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training</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data</a:t>
            </a:r>
            <a:r>
              <a:rPr lang="de-CH" sz="1200" b="0" i="0" u="none" strike="noStrike" kern="1200">
                <a:solidFill>
                  <a:schemeClr val="tx1"/>
                </a:solidFill>
                <a:effectLst/>
                <a:latin typeface="+mn-lt"/>
                <a:ea typeface="+mn-ea"/>
                <a:cs typeface="+mn-cs"/>
              </a:rPr>
              <a:t> to </a:t>
            </a:r>
            <a:r>
              <a:rPr lang="de-CH" sz="1200" b="0" i="0" u="none" strike="noStrike" kern="1200" err="1">
                <a:solidFill>
                  <a:schemeClr val="tx1"/>
                </a:solidFill>
                <a:effectLst/>
                <a:latin typeface="+mn-lt"/>
                <a:ea typeface="+mn-ea"/>
                <a:cs typeface="+mn-cs"/>
              </a:rPr>
              <a:t>avoid</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data</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leakage</a:t>
            </a:r>
            <a:r>
              <a:rPr lang="de-CH"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u="none" strike="noStrike" kern="1200" err="1">
                <a:solidFill>
                  <a:schemeClr val="tx1"/>
                </a:solidFill>
                <a:effectLst/>
                <a:latin typeface="+mn-lt"/>
                <a:ea typeface="+mn-ea"/>
                <a:cs typeface="+mn-cs"/>
              </a:rPr>
              <a:t>Fourth</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we</a:t>
            </a:r>
            <a:r>
              <a:rPr lang="de-CH" sz="1200" b="0" i="0" u="none" strike="noStrike" kern="1200">
                <a:solidFill>
                  <a:schemeClr val="tx1"/>
                </a:solidFill>
                <a:effectLst/>
                <a:latin typeface="+mn-lt"/>
                <a:ea typeface="+mn-ea"/>
                <a:cs typeface="+mn-cs"/>
              </a:rPr>
              <a:t> will </a:t>
            </a:r>
            <a:r>
              <a:rPr lang="de-CH" sz="1200" b="0" i="0" u="none" strike="noStrike" kern="1200" err="1">
                <a:solidFill>
                  <a:schemeClr val="tx1"/>
                </a:solidFill>
                <a:effectLst/>
                <a:latin typeface="+mn-lt"/>
                <a:ea typeface="+mn-ea"/>
                <a:cs typeface="+mn-cs"/>
              </a:rPr>
              <a:t>train</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models</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using</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progressively</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smaller</a:t>
            </a:r>
            <a:r>
              <a:rPr lang="de-CH" sz="1200" b="0" i="0" u="none" strike="noStrike" kern="1200">
                <a:solidFill>
                  <a:schemeClr val="tx1"/>
                </a:solidFill>
                <a:effectLst/>
                <a:latin typeface="+mn-lt"/>
                <a:ea typeface="+mn-ea"/>
                <a:cs typeface="+mn-cs"/>
              </a:rPr>
              <a:t> feature </a:t>
            </a:r>
            <a:r>
              <a:rPr lang="de-CH" sz="1200" b="0" i="0" u="none" strike="noStrike" kern="1200" err="1">
                <a:solidFill>
                  <a:schemeClr val="tx1"/>
                </a:solidFill>
                <a:effectLst/>
                <a:latin typeface="+mn-lt"/>
                <a:ea typeface="+mn-ea"/>
                <a:cs typeface="+mn-cs"/>
              </a:rPr>
              <a:t>subsets</a:t>
            </a:r>
            <a:r>
              <a:rPr lang="de-CH" sz="1200" b="0" i="0" u="none" strike="noStrike" kern="1200">
                <a:solidFill>
                  <a:schemeClr val="tx1"/>
                </a:solidFill>
                <a:effectLst/>
                <a:latin typeface="+mn-lt"/>
                <a:ea typeface="+mn-ea"/>
                <a:cs typeface="+mn-cs"/>
              </a:rPr>
              <a:t> and </a:t>
            </a:r>
            <a:r>
              <a:rPr lang="de-CH" sz="1200" b="0" i="0" u="none" strike="noStrike" kern="1200" err="1">
                <a:solidFill>
                  <a:schemeClr val="tx1"/>
                </a:solidFill>
                <a:effectLst/>
                <a:latin typeface="+mn-lt"/>
                <a:ea typeface="+mn-ea"/>
                <a:cs typeface="+mn-cs"/>
              </a:rPr>
              <a:t>compare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their</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predictive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performance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with</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baseline</a:t>
            </a:r>
            <a:r>
              <a:rPr lang="de-CH"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u="none" strike="noStrike" kern="1200" err="1">
                <a:solidFill>
                  <a:schemeClr val="tx1"/>
                </a:solidFill>
                <a:effectLst/>
                <a:latin typeface="+mn-lt"/>
                <a:ea typeface="+mn-ea"/>
                <a:cs typeface="+mn-cs"/>
              </a:rPr>
              <a:t>Finally</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we</a:t>
            </a:r>
            <a:r>
              <a:rPr lang="de-CH" sz="1200" b="0" i="0" u="none" strike="noStrike" kern="1200">
                <a:solidFill>
                  <a:schemeClr val="tx1"/>
                </a:solidFill>
                <a:effectLst/>
                <a:latin typeface="+mn-lt"/>
                <a:ea typeface="+mn-ea"/>
                <a:cs typeface="+mn-cs"/>
              </a:rPr>
              <a:t> will </a:t>
            </a:r>
            <a:r>
              <a:rPr lang="de-CH" sz="1200" b="0" i="0" u="none" strike="noStrike" kern="1200" err="1">
                <a:solidFill>
                  <a:schemeClr val="tx1"/>
                </a:solidFill>
                <a:effectLst/>
                <a:latin typeface="+mn-lt"/>
                <a:ea typeface="+mn-ea"/>
                <a:cs typeface="+mn-cs"/>
              </a:rPr>
              <a:t>evaluate</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models</a:t>
            </a:r>
            <a:r>
              <a:rPr lang="de-CH" sz="1200" b="0" i="0" u="none" strike="noStrike" kern="1200">
                <a:solidFill>
                  <a:schemeClr val="tx1"/>
                </a:solidFill>
                <a:effectLst/>
                <a:latin typeface="+mn-lt"/>
                <a:ea typeface="+mn-ea"/>
                <a:cs typeface="+mn-cs"/>
              </a:rPr>
              <a:t> on the same </a:t>
            </a:r>
            <a:r>
              <a:rPr lang="de-CH" sz="1200" b="0" i="0" u="none" strike="noStrike" kern="1200" err="1">
                <a:solidFill>
                  <a:schemeClr val="tx1"/>
                </a:solidFill>
                <a:effectLst/>
                <a:latin typeface="+mn-lt"/>
                <a:ea typeface="+mn-ea"/>
                <a:cs typeface="+mn-cs"/>
              </a:rPr>
              <a:t>independent</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test</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set</a:t>
            </a:r>
            <a:r>
              <a:rPr lang="de-CH" sz="1200" b="0" i="0" u="none" strike="noStrike" kern="1200">
                <a:solidFill>
                  <a:schemeClr val="tx1"/>
                </a:solidFill>
                <a:effectLst/>
                <a:latin typeface="+mn-lt"/>
                <a:ea typeface="+mn-ea"/>
                <a:cs typeface="+mn-cs"/>
              </a:rPr>
              <a:t> and </a:t>
            </a:r>
            <a:r>
              <a:rPr lang="de-CH" sz="1200" b="0" i="0" u="none" strike="noStrike" kern="1200" err="1">
                <a:solidFill>
                  <a:schemeClr val="tx1"/>
                </a:solidFill>
                <a:effectLst/>
                <a:latin typeface="+mn-lt"/>
                <a:ea typeface="+mn-ea"/>
                <a:cs typeface="+mn-cs"/>
              </a:rPr>
              <a:t>decide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whether</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reduced</a:t>
            </a:r>
            <a:r>
              <a:rPr lang="de-CH" sz="1200" b="0" i="0" u="none" strike="noStrike" kern="1200">
                <a:solidFill>
                  <a:schemeClr val="tx1"/>
                </a:solidFill>
                <a:effectLst/>
                <a:latin typeface="+mn-lt"/>
                <a:ea typeface="+mn-ea"/>
                <a:cs typeface="+mn-cs"/>
              </a:rPr>
              <a:t> feature </a:t>
            </a:r>
            <a:r>
              <a:rPr lang="de-CH" sz="1200" b="0" i="0" u="none" strike="noStrike" kern="1200" err="1">
                <a:solidFill>
                  <a:schemeClr val="tx1"/>
                </a:solidFill>
                <a:effectLst/>
                <a:latin typeface="+mn-lt"/>
                <a:ea typeface="+mn-ea"/>
                <a:cs typeface="+mn-cs"/>
              </a:rPr>
              <a:t>model</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maintains</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performance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within</a:t>
            </a:r>
            <a:r>
              <a:rPr lang="de-CH" sz="1200" b="0" i="0" u="none" strike="noStrike" kern="1200">
                <a:solidFill>
                  <a:schemeClr val="tx1"/>
                </a:solidFill>
                <a:effectLst/>
                <a:latin typeface="+mn-lt"/>
                <a:ea typeface="+mn-ea"/>
                <a:cs typeface="+mn-cs"/>
              </a:rPr>
              <a:t> a </a:t>
            </a:r>
            <a:r>
              <a:rPr lang="de-CH" sz="1200" b="0" i="0" u="none" strike="noStrike" kern="1200" err="1">
                <a:solidFill>
                  <a:schemeClr val="tx1"/>
                </a:solidFill>
                <a:effectLst/>
                <a:latin typeface="+mn-lt"/>
                <a:ea typeface="+mn-ea"/>
                <a:cs typeface="+mn-cs"/>
              </a:rPr>
              <a:t>predefined</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acceptable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margin</a:t>
            </a:r>
            <a:r>
              <a:rPr lang="de-CH"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CH" sz="1200" b="0" i="0" u="none" strike="noStrike" kern="1200">
                <a:solidFill>
                  <a:schemeClr val="tx1"/>
                </a:solidFill>
                <a:effectLst/>
                <a:latin typeface="+mn-lt"/>
                <a:ea typeface="+mn-ea"/>
                <a:cs typeface="+mn-cs"/>
              </a:rPr>
              <a:t>This will </a:t>
            </a:r>
            <a:r>
              <a:rPr lang="de-CH" sz="1200" b="0" i="0" u="none" strike="noStrike" kern="1200" err="1">
                <a:solidFill>
                  <a:schemeClr val="tx1"/>
                </a:solidFill>
                <a:effectLst/>
                <a:latin typeface="+mn-lt"/>
                <a:ea typeface="+mn-ea"/>
                <a:cs typeface="+mn-cs"/>
              </a:rPr>
              <a:t>allow</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us</a:t>
            </a:r>
            <a:r>
              <a:rPr lang="de-CH" sz="1200" b="0" i="0" u="none" strike="noStrike" kern="1200">
                <a:solidFill>
                  <a:schemeClr val="tx1"/>
                </a:solidFill>
                <a:effectLst/>
                <a:latin typeface="+mn-lt"/>
                <a:ea typeface="+mn-ea"/>
                <a:cs typeface="+mn-cs"/>
              </a:rPr>
              <a:t> to </a:t>
            </a:r>
            <a:r>
              <a:rPr lang="de-CH" sz="1200" b="0" i="0" u="none" strike="noStrike" kern="1200" err="1">
                <a:solidFill>
                  <a:schemeClr val="tx1"/>
                </a:solidFill>
                <a:effectLst/>
                <a:latin typeface="+mn-lt"/>
                <a:ea typeface="+mn-ea"/>
                <a:cs typeface="+mn-cs"/>
              </a:rPr>
              <a:t>determine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whether</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can</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reduce</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number</a:t>
            </a:r>
            <a:r>
              <a:rPr lang="de-CH" sz="1200" b="0" i="0" u="none" strike="noStrike" kern="1200">
                <a:solidFill>
                  <a:schemeClr val="tx1"/>
                </a:solidFill>
                <a:effectLst/>
                <a:latin typeface="+mn-lt"/>
                <a:ea typeface="+mn-ea"/>
                <a:cs typeface="+mn-cs"/>
              </a:rPr>
              <a:t> of </a:t>
            </a:r>
            <a:r>
              <a:rPr lang="de-CH" sz="1200" b="0" i="0" u="none" strike="noStrike" kern="1200" err="1">
                <a:solidFill>
                  <a:schemeClr val="tx1"/>
                </a:solidFill>
                <a:effectLst/>
                <a:latin typeface="+mn-lt"/>
                <a:ea typeface="+mn-ea"/>
                <a:cs typeface="+mn-cs"/>
              </a:rPr>
              <a:t>measurement</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features</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without</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compromising</a:t>
            </a:r>
            <a:r>
              <a:rPr lang="de-CH" sz="1200" b="0" i="0" u="none" strike="noStrike" kern="1200">
                <a:solidFill>
                  <a:schemeClr val="tx1"/>
                </a:solidFill>
                <a:effectLst/>
                <a:latin typeface="+mn-lt"/>
                <a:ea typeface="+mn-ea"/>
                <a:cs typeface="+mn-cs"/>
              </a:rPr>
              <a:t> the </a:t>
            </a:r>
            <a:r>
              <a:rPr lang="de-CH" sz="1200" b="0" i="0" u="none" strike="noStrike" kern="1200" err="1">
                <a:solidFill>
                  <a:schemeClr val="tx1"/>
                </a:solidFill>
                <a:effectLst/>
                <a:latin typeface="+mn-lt"/>
                <a:ea typeface="+mn-ea"/>
                <a:cs typeface="+mn-cs"/>
              </a:rPr>
              <a:t>prediction</a:t>
            </a:r>
            <a:r>
              <a:rPr lang="de-CH" sz="1200" b="0" i="0" u="none" strike="noStrike" kern="1200">
                <a:solidFill>
                  <a:schemeClr val="tx1"/>
                </a:solidFill>
                <a:effectLst/>
                <a:latin typeface="+mn-lt"/>
                <a:ea typeface="+mn-ea"/>
                <a:cs typeface="+mn-cs"/>
              </a:rPr>
              <a:t> of the expert fetal-</a:t>
            </a:r>
            <a:r>
              <a:rPr lang="de-CH" sz="1200" b="0" i="0" u="none" strike="noStrike" kern="1200" err="1">
                <a:solidFill>
                  <a:schemeClr val="tx1"/>
                </a:solidFill>
                <a:effectLst/>
                <a:latin typeface="+mn-lt"/>
                <a:ea typeface="+mn-ea"/>
                <a:cs typeface="+mn-cs"/>
              </a:rPr>
              <a:t>state</a:t>
            </a:r>
            <a:r>
              <a:rPr lang="de-CH" sz="1200" b="0" i="0" u="none" strike="noStrike" kern="1200">
                <a:solidFill>
                  <a:schemeClr val="tx1"/>
                </a:solidFill>
                <a:effectLst/>
                <a:latin typeface="+mn-lt"/>
                <a:ea typeface="+mn-ea"/>
                <a:cs typeface="+mn-cs"/>
              </a:rPr>
              <a:t> </a:t>
            </a:r>
            <a:r>
              <a:rPr lang="de-CH" sz="1200" b="0" i="0" u="none" strike="noStrike" kern="1200" err="1">
                <a:solidFill>
                  <a:schemeClr val="tx1"/>
                </a:solidFill>
                <a:effectLst/>
                <a:latin typeface="+mn-lt"/>
                <a:ea typeface="+mn-ea"/>
                <a:cs typeface="+mn-cs"/>
              </a:rPr>
              <a:t>classification</a:t>
            </a:r>
            <a:r>
              <a:rPr lang="de-CH"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CH" sz="1200" b="0" i="0" u="none" strike="noStrike" kern="1200">
              <a:solidFill>
                <a:schemeClr val="tx1"/>
              </a:solidFill>
              <a:effectLst/>
              <a:latin typeface="+mn-lt"/>
              <a:ea typeface="+mn-ea"/>
              <a:cs typeface="+mn-cs"/>
            </a:endParaRPr>
          </a:p>
          <a:p>
            <a:endParaRPr lang="de-DE"/>
          </a:p>
        </p:txBody>
      </p:sp>
      <p:sp>
        <p:nvSpPr>
          <p:cNvPr id="4" name="Foliennummernplatzhalter 3"/>
          <p:cNvSpPr>
            <a:spLocks noGrp="1"/>
          </p:cNvSpPr>
          <p:nvPr>
            <p:ph type="sldNum" sz="quarter" idx="5"/>
          </p:nvPr>
        </p:nvSpPr>
        <p:spPr/>
        <p:txBody>
          <a:bodyPr/>
          <a:lstStyle/>
          <a:p>
            <a:fld id="{F615DDFD-030C-4D5A-B33E-3A7E7538D2BE}" type="slidenum">
              <a:rPr lang="de-CH" smtClean="0"/>
              <a:t>5</a:t>
            </a:fld>
            <a:endParaRPr lang="de-CH"/>
          </a:p>
        </p:txBody>
      </p:sp>
    </p:spTree>
    <p:extLst>
      <p:ext uri="{BB962C8B-B14F-4D97-AF65-F5344CB8AC3E}">
        <p14:creationId xmlns:p14="http://schemas.microsoft.com/office/powerpoint/2010/main" val="533222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de-DE" noProof="0"/>
              <a:t>Bild durch Klicken auf Symbol hinzufügen</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de-DE" noProof="0"/>
              <a:t>Mastertitelformat bearbeiten</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de-DE" noProof="0"/>
              <a:t>Mastertextformat bearbeiten</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de-DE" noProof="0"/>
              <a:t>Bild durch Klicken auf Symbol hinzufügen</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a:t>Organisationseinheit verbal</a:t>
            </a:r>
            <a:br>
              <a:rPr lang="de-DE"/>
            </a:br>
            <a:r>
              <a:rPr lang="de-DE"/>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332D50A-E6CC-4D88-8908-F2129032F4C7}"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1B96697-4585-4368-989A-16003D150648}"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A01E762-278A-4155-9BEB-7C2CB2386E92}"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de-DE" noProof="0"/>
              <a:t>Mastertextformat bearbeiten</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de-DE" noProof="0"/>
              <a:t>Mastertitelformat bearbeiten</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6C4EAFE7-317E-4912-B75C-DD6945F82242}"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de-DE" noProof="0"/>
              <a:t>Mastertitelformat bearbeiten</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7C2547-0B26-4181-9958-0F74634B97A1}"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A533879-9C0F-4F94-919F-30B833E8871A}"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EF82BE-DF56-4719-B180-C3B0D509F71F}"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E1B9425-7348-43E2-B0E9-6A2A48F5FA8A}"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de-DE" noProof="0"/>
              <a:t>Bild durch Klicken auf Symbol hinzufügen</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de-DE" noProof="0"/>
              <a:t>Bild durch Klicken auf Symbol hinzufügen</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0F7782B2-018B-4FD3-AD95-2F64EDE0E9D6}"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de-DE" noProof="0"/>
              <a:t>Bild durch Klicken auf Symbol hinzufügen</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de-DE" noProof="0"/>
              <a:t>Bild durch Klicken auf Symbol hinzufügen</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de-DE" noProof="0"/>
              <a:t>Bild durch Klicken auf Symbol hinzufügen</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de-DE" noProof="0"/>
              <a:t>Mastertitelformat bearbeiten</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de-DE" noProof="0"/>
              <a:t>Mastertextformat bearbeiten</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0A0FED0-443D-411A-B8E4-0668A8890EE3}"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de-DE" noProof="0"/>
              <a:t>Tabelle durch Klicken auf Symbol hinzufügen</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de-DE" noProof="0"/>
              <a:t>Mastertextformat bearbeiten</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de-DE" noProof="0"/>
              <a:t>Bild durch Klicken auf Symbol hinzufügen</a:t>
            </a:r>
            <a:endParaRPr lang="de-CH" noProof="0"/>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1838" y="360538"/>
            <a:ext cx="1765565" cy="28800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4A358CF3-A22A-46C1-A4E5-5810212466EF}"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2171700" y="6522444"/>
            <a:ext cx="5400000" cy="216000"/>
          </a:xfrm>
          <a:prstGeom prst="rect">
            <a:avLst/>
          </a:prstGeom>
        </p:spPr>
        <p:txBody>
          <a:bodyPr vert="horz" lIns="0" tIns="0" rIns="0" bIns="0" rtlCol="0" anchor="ctr"/>
          <a:lstStyle>
            <a:lvl1pPr algn="l">
              <a:defRPr sz="800">
                <a:solidFill>
                  <a:schemeClr val="tx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descr="Ein Bild, das Gebäude, Stadt, Schloss, Turm enthält.&#10;&#10;Automatisch generierte Beschreibung">
            <a:extLst>
              <a:ext uri="{FF2B5EF4-FFF2-40B4-BE49-F238E27FC236}">
                <a16:creationId xmlns:a16="http://schemas.microsoft.com/office/drawing/2014/main" id="{882FF669-564A-4497-A386-BA8B28F256B8}"/>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461" b="461"/>
          <a:stretch>
            <a:fillRect/>
          </a:stretch>
        </p:blipFill>
        <p:spPr/>
      </p:pic>
      <p:sp>
        <p:nvSpPr>
          <p:cNvPr id="3" name="Titel 2">
            <a:extLst>
              <a:ext uri="{FF2B5EF4-FFF2-40B4-BE49-F238E27FC236}">
                <a16:creationId xmlns:a16="http://schemas.microsoft.com/office/drawing/2014/main" id="{AC1FB292-90C1-439C-8480-EB4116CF2374}"/>
              </a:ext>
            </a:extLst>
          </p:cNvPr>
          <p:cNvSpPr>
            <a:spLocks noGrp="1"/>
          </p:cNvSpPr>
          <p:nvPr>
            <p:ph type="ctrTitle"/>
          </p:nvPr>
        </p:nvSpPr>
        <p:spPr/>
        <p:txBody>
          <a:bodyPr/>
          <a:lstStyle/>
          <a:p>
            <a:r>
              <a:rPr lang="de-DE" err="1"/>
              <a:t>Automated</a:t>
            </a:r>
            <a:r>
              <a:rPr lang="de-DE"/>
              <a:t> Analysis of </a:t>
            </a:r>
            <a:r>
              <a:rPr lang="de-DE" err="1"/>
              <a:t>Cardiotocograms</a:t>
            </a:r>
            <a:endParaRPr lang="de-CH"/>
          </a:p>
        </p:txBody>
      </p:sp>
      <p:sp>
        <p:nvSpPr>
          <p:cNvPr id="2" name="Bildplatzhalter 1">
            <a:extLst>
              <a:ext uri="{FF2B5EF4-FFF2-40B4-BE49-F238E27FC236}">
                <a16:creationId xmlns:a16="http://schemas.microsoft.com/office/drawing/2014/main" id="{11ADABBC-2742-48DB-BA2B-E411F07CEE7C}"/>
              </a:ext>
            </a:extLst>
          </p:cNvPr>
          <p:cNvSpPr>
            <a:spLocks noGrp="1"/>
          </p:cNvSpPr>
          <p:nvPr>
            <p:ph type="pic" sz="quarter" idx="12"/>
          </p:nvPr>
        </p:nvSpPr>
        <p:spPr/>
        <p:txBody>
          <a:bodyPr/>
          <a:lstStyle/>
          <a:p>
            <a:endParaRPr lang="LID4096"/>
          </a:p>
        </p:txBody>
      </p:sp>
      <p:sp>
        <p:nvSpPr>
          <p:cNvPr id="6" name="Textplatzhalter 5">
            <a:extLst>
              <a:ext uri="{FF2B5EF4-FFF2-40B4-BE49-F238E27FC236}">
                <a16:creationId xmlns:a16="http://schemas.microsoft.com/office/drawing/2014/main" id="{4171C1F6-869F-40B1-8975-92FF2042F4CD}"/>
              </a:ext>
            </a:extLst>
          </p:cNvPr>
          <p:cNvSpPr>
            <a:spLocks noGrp="1"/>
          </p:cNvSpPr>
          <p:nvPr>
            <p:ph type="body" sz="quarter" idx="13"/>
          </p:nvPr>
        </p:nvSpPr>
        <p:spPr/>
        <p:txBody>
          <a:bodyPr/>
          <a:lstStyle/>
          <a:p>
            <a:r>
              <a:rPr lang="de-DE" b="1"/>
              <a:t>Mahela Büchi, Alina Eichenberger, Samira Eugster, Lara Staub</a:t>
            </a:r>
          </a:p>
          <a:p>
            <a:r>
              <a:rPr lang="de-DE" err="1"/>
              <a:t>Presentation</a:t>
            </a:r>
            <a:r>
              <a:rPr lang="de-DE"/>
              <a:t> of Research Question </a:t>
            </a:r>
          </a:p>
        </p:txBody>
      </p:sp>
      <p:sp>
        <p:nvSpPr>
          <p:cNvPr id="9" name="Textplatzhalter 8">
            <a:extLst>
              <a:ext uri="{FF2B5EF4-FFF2-40B4-BE49-F238E27FC236}">
                <a16:creationId xmlns:a16="http://schemas.microsoft.com/office/drawing/2014/main" id="{C6B18E6F-BDD9-4B0B-9B9E-C25187E0E1F2}"/>
              </a:ext>
            </a:extLst>
          </p:cNvPr>
          <p:cNvSpPr>
            <a:spLocks noGrp="1"/>
          </p:cNvSpPr>
          <p:nvPr>
            <p:ph type="body" sz="quarter" idx="16"/>
          </p:nvPr>
        </p:nvSpPr>
        <p:spPr/>
        <p:txBody>
          <a:bodyPr/>
          <a:lstStyle/>
          <a:p>
            <a:r>
              <a:rPr lang="de-DE"/>
              <a:t>Organisationseinheit verbal</a:t>
            </a:r>
            <a:br>
              <a:rPr lang="de-DE"/>
            </a:br>
            <a:r>
              <a:rPr lang="de-DE"/>
              <a:t>optional auf 2 Zeilen</a:t>
            </a:r>
            <a:endParaRPr lang="de-CH"/>
          </a:p>
        </p:txBody>
      </p:sp>
    </p:spTree>
    <p:extLst>
      <p:ext uri="{BB962C8B-B14F-4D97-AF65-F5344CB8AC3E}">
        <p14:creationId xmlns:p14="http://schemas.microsoft.com/office/powerpoint/2010/main" val="353616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FE22A1-56F7-4FF9-8A90-D307E67331DC}"/>
              </a:ext>
            </a:extLst>
          </p:cNvPr>
          <p:cNvSpPr>
            <a:spLocks noGrp="1"/>
          </p:cNvSpPr>
          <p:nvPr>
            <p:ph type="title"/>
          </p:nvPr>
        </p:nvSpPr>
        <p:spPr>
          <a:xfrm>
            <a:off x="731837" y="260351"/>
            <a:ext cx="10728325" cy="900000"/>
          </a:xfrm>
        </p:spPr>
        <p:txBody>
          <a:bodyPr anchor="ctr">
            <a:normAutofit/>
          </a:bodyPr>
          <a:lstStyle/>
          <a:p>
            <a:r>
              <a:rPr lang="de-DE" err="1"/>
              <a:t>Cardiotocography</a:t>
            </a:r>
            <a:r>
              <a:rPr lang="de-DE"/>
              <a:t> Dataset</a:t>
            </a:r>
            <a:endParaRPr lang="de-CH"/>
          </a:p>
        </p:txBody>
      </p:sp>
      <p:sp>
        <p:nvSpPr>
          <p:cNvPr id="3" name="Inhaltsplatzhalter 2">
            <a:extLst>
              <a:ext uri="{FF2B5EF4-FFF2-40B4-BE49-F238E27FC236}">
                <a16:creationId xmlns:a16="http://schemas.microsoft.com/office/drawing/2014/main" id="{56BD7DC3-17C3-4B09-9D8E-F143A82B205E}"/>
              </a:ext>
            </a:extLst>
          </p:cNvPr>
          <p:cNvSpPr>
            <a:spLocks noGrp="1"/>
          </p:cNvSpPr>
          <p:nvPr>
            <p:ph idx="1"/>
          </p:nvPr>
        </p:nvSpPr>
        <p:spPr>
          <a:xfrm>
            <a:off x="731837" y="1703705"/>
            <a:ext cx="3661743" cy="2590413"/>
          </a:xfrm>
        </p:spPr>
        <p:txBody>
          <a:bodyPr>
            <a:normAutofit/>
          </a:bodyPr>
          <a:lstStyle/>
          <a:p>
            <a:pPr marL="0" indent="0">
              <a:buNone/>
            </a:pPr>
            <a:r>
              <a:rPr lang="de-DE" sz="2200" b="1"/>
              <a:t>Dataset</a:t>
            </a:r>
          </a:p>
          <a:p>
            <a:r>
              <a:rPr lang="de-DE"/>
              <a:t>2126 </a:t>
            </a:r>
            <a:r>
              <a:rPr lang="de-DE" err="1"/>
              <a:t>samples</a:t>
            </a:r>
            <a:r>
              <a:rPr lang="de-DE"/>
              <a:t>  </a:t>
            </a:r>
          </a:p>
          <a:p>
            <a:r>
              <a:rPr lang="de-DE"/>
              <a:t>21 </a:t>
            </a:r>
            <a:r>
              <a:rPr lang="de-DE" err="1"/>
              <a:t>features</a:t>
            </a:r>
            <a:endParaRPr lang="de-DE"/>
          </a:p>
          <a:p>
            <a:r>
              <a:rPr lang="de-DE"/>
              <a:t>1996-1998 </a:t>
            </a:r>
            <a:r>
              <a:rPr lang="de-DE" err="1"/>
              <a:t>data</a:t>
            </a:r>
            <a:r>
              <a:rPr lang="de-DE"/>
              <a:t> </a:t>
            </a:r>
            <a:r>
              <a:rPr lang="de-DE" err="1"/>
              <a:t>collection</a:t>
            </a:r>
            <a:endParaRPr lang="de-DE"/>
          </a:p>
          <a:p>
            <a:pPr marL="0" indent="0">
              <a:buNone/>
            </a:pPr>
            <a:endParaRPr lang="de-DE"/>
          </a:p>
          <a:p>
            <a:pPr marL="342900" indent="-342900">
              <a:buAutoNum type="arabicPeriod"/>
            </a:pPr>
            <a:endParaRPr lang="de-DE"/>
          </a:p>
          <a:p>
            <a:pPr marL="0" indent="0">
              <a:buNone/>
            </a:pPr>
            <a:endParaRPr lang="de-DE"/>
          </a:p>
        </p:txBody>
      </p:sp>
      <p:sp>
        <p:nvSpPr>
          <p:cNvPr id="4" name="Datumsplatzhalter 3">
            <a:extLst>
              <a:ext uri="{FF2B5EF4-FFF2-40B4-BE49-F238E27FC236}">
                <a16:creationId xmlns:a16="http://schemas.microsoft.com/office/drawing/2014/main" id="{C6DB7874-B99C-4F6D-A86D-EA0EE8CA0B16}"/>
              </a:ext>
            </a:extLst>
          </p:cNvPr>
          <p:cNvSpPr>
            <a:spLocks noGrp="1"/>
          </p:cNvSpPr>
          <p:nvPr>
            <p:ph type="dt" sz="half" idx="10"/>
          </p:nvPr>
        </p:nvSpPr>
        <p:spPr>
          <a:xfrm>
            <a:off x="10473692" y="6522444"/>
            <a:ext cx="612000" cy="216000"/>
          </a:xfrm>
        </p:spPr>
        <p:txBody>
          <a:bodyPr vert="horz" lIns="0" tIns="0" rIns="0" bIns="0" rtlCol="0" anchor="ctr">
            <a:normAutofit/>
          </a:bodyPr>
          <a:lstStyle/>
          <a:p>
            <a:pPr>
              <a:spcAft>
                <a:spcPts val="600"/>
              </a:spcAft>
            </a:pPr>
            <a:fld id="{D5CE5686-0170-47AF-9B8A-7DF387E652FA}" type="datetime1">
              <a:rPr lang="de-CH" smtClean="0"/>
              <a:pPr>
                <a:spcAft>
                  <a:spcPts val="600"/>
                </a:spcAft>
              </a:pPr>
              <a:t>15.10.2026</a:t>
            </a:fld>
            <a:endParaRPr lang="de-CH"/>
          </a:p>
        </p:txBody>
      </p:sp>
      <p:sp>
        <p:nvSpPr>
          <p:cNvPr id="5" name="Fußzeilenplatzhalter 4">
            <a:extLst>
              <a:ext uri="{FF2B5EF4-FFF2-40B4-BE49-F238E27FC236}">
                <a16:creationId xmlns:a16="http://schemas.microsoft.com/office/drawing/2014/main" id="{74837140-56B7-432E-8671-4B63B23EE4CF}"/>
              </a:ext>
            </a:extLst>
          </p:cNvPr>
          <p:cNvSpPr>
            <a:spLocks noGrp="1"/>
          </p:cNvSpPr>
          <p:nvPr>
            <p:ph type="ftr" sz="quarter" idx="11"/>
          </p:nvPr>
        </p:nvSpPr>
        <p:spPr>
          <a:xfrm>
            <a:off x="2171700" y="6522444"/>
            <a:ext cx="5400000" cy="216000"/>
          </a:xfrm>
        </p:spPr>
        <p:txBody>
          <a:bodyPr vert="horz" lIns="0" tIns="0" rIns="0" bIns="0" rtlCol="0" anchor="ctr">
            <a:normAutofit/>
          </a:bodyPr>
          <a:lstStyle/>
          <a:p>
            <a:pPr>
              <a:spcAft>
                <a:spcPts val="600"/>
              </a:spcAft>
            </a:pPr>
            <a:r>
              <a:rPr lang="de-DE"/>
              <a:t>Organisationseinheit verbal</a:t>
            </a:r>
            <a:endParaRPr lang="de-CH"/>
          </a:p>
        </p:txBody>
      </p:sp>
      <p:sp>
        <p:nvSpPr>
          <p:cNvPr id="6" name="Foliennummernplatzhalter 5">
            <a:extLst>
              <a:ext uri="{FF2B5EF4-FFF2-40B4-BE49-F238E27FC236}">
                <a16:creationId xmlns:a16="http://schemas.microsoft.com/office/drawing/2014/main" id="{9620278B-D74F-421E-A3BD-EC66D58377A7}"/>
              </a:ext>
            </a:extLst>
          </p:cNvPr>
          <p:cNvSpPr>
            <a:spLocks noGrp="1"/>
          </p:cNvSpPr>
          <p:nvPr>
            <p:ph type="sldNum" sz="quarter" idx="12"/>
          </p:nvPr>
        </p:nvSpPr>
        <p:spPr>
          <a:xfrm>
            <a:off x="11137585" y="6522444"/>
            <a:ext cx="322577" cy="216000"/>
          </a:xfrm>
        </p:spPr>
        <p:txBody>
          <a:bodyPr vert="horz" lIns="0" tIns="0" rIns="0" bIns="0" rtlCol="0" anchor="ctr">
            <a:normAutofit/>
          </a:bodyPr>
          <a:lstStyle/>
          <a:p>
            <a:pPr>
              <a:spcAft>
                <a:spcPts val="600"/>
              </a:spcAft>
            </a:pPr>
            <a:fld id="{5ACA52AF-F19D-405C-AD5F-7D94B96A5CC3}" type="slidenum">
              <a:rPr lang="de-CH" smtClean="0"/>
              <a:pPr>
                <a:spcAft>
                  <a:spcPts val="600"/>
                </a:spcAft>
              </a:pPr>
              <a:t>2</a:t>
            </a:fld>
            <a:endParaRPr lang="de-CH"/>
          </a:p>
        </p:txBody>
      </p:sp>
      <p:sp>
        <p:nvSpPr>
          <p:cNvPr id="17" name="Textfeld 16">
            <a:extLst>
              <a:ext uri="{FF2B5EF4-FFF2-40B4-BE49-F238E27FC236}">
                <a16:creationId xmlns:a16="http://schemas.microsoft.com/office/drawing/2014/main" id="{18DE14B9-84F6-F123-A413-FD3A07C828E9}"/>
              </a:ext>
            </a:extLst>
          </p:cNvPr>
          <p:cNvSpPr txBox="1"/>
          <p:nvPr/>
        </p:nvSpPr>
        <p:spPr>
          <a:xfrm>
            <a:off x="5391655" y="1691745"/>
            <a:ext cx="3161347" cy="598170"/>
          </a:xfrm>
          <a:prstGeom prst="rect">
            <a:avLst/>
          </a:prstGeom>
        </p:spPr>
        <p:txBody>
          <a:bodyPr rtlCol="0">
            <a:normAutofit/>
          </a:bodyPr>
          <a:lstStyle/>
          <a:p>
            <a:pPr>
              <a:spcAft>
                <a:spcPts val="600"/>
              </a:spcAft>
            </a:pPr>
            <a:r>
              <a:rPr lang="en-US" sz="2200" b="1" kern="1200"/>
              <a:t>Data processing </a:t>
            </a:r>
          </a:p>
          <a:p>
            <a:pPr>
              <a:spcAft>
                <a:spcPts val="600"/>
              </a:spcAft>
            </a:pPr>
            <a:endParaRPr lang="en-US" sz="2200" kern="1200"/>
          </a:p>
        </p:txBody>
      </p:sp>
      <p:graphicFrame>
        <p:nvGraphicFramePr>
          <p:cNvPr id="21" name="Diagramm 20">
            <a:extLst>
              <a:ext uri="{FF2B5EF4-FFF2-40B4-BE49-F238E27FC236}">
                <a16:creationId xmlns:a16="http://schemas.microsoft.com/office/drawing/2014/main" id="{78F97B7B-8BD4-E86C-E56A-5A4559FEED67}"/>
              </a:ext>
            </a:extLst>
          </p:cNvPr>
          <p:cNvGraphicFramePr/>
          <p:nvPr>
            <p:extLst>
              <p:ext uri="{D42A27DB-BD31-4B8C-83A1-F6EECF244321}">
                <p14:modId xmlns:p14="http://schemas.microsoft.com/office/powerpoint/2010/main" val="2979734590"/>
              </p:ext>
            </p:extLst>
          </p:nvPr>
        </p:nvGraphicFramePr>
        <p:xfrm>
          <a:off x="5523735" y="2253942"/>
          <a:ext cx="4813533" cy="2040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7112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0C6533-0D0A-56FF-7CBD-6AFAEE11264D}"/>
              </a:ext>
            </a:extLst>
          </p:cNvPr>
          <p:cNvSpPr>
            <a:spLocks noGrp="1"/>
          </p:cNvSpPr>
          <p:nvPr>
            <p:ph type="title"/>
          </p:nvPr>
        </p:nvSpPr>
        <p:spPr>
          <a:xfrm>
            <a:off x="731837" y="576452"/>
            <a:ext cx="10728325" cy="900000"/>
          </a:xfrm>
        </p:spPr>
        <p:txBody>
          <a:bodyPr/>
          <a:lstStyle/>
          <a:p>
            <a:r>
              <a:rPr lang="de-CH"/>
              <a:t>From </a:t>
            </a:r>
            <a:r>
              <a:rPr lang="de-CH" err="1"/>
              <a:t>measurements</a:t>
            </a:r>
            <a:r>
              <a:rPr lang="de-CH"/>
              <a:t> to </a:t>
            </a:r>
            <a:r>
              <a:rPr lang="de-CH" err="1"/>
              <a:t>classification</a:t>
            </a:r>
            <a:endParaRPr lang="de-CH"/>
          </a:p>
        </p:txBody>
      </p:sp>
      <p:sp>
        <p:nvSpPr>
          <p:cNvPr id="4" name="Datumsplatzhalter 3">
            <a:extLst>
              <a:ext uri="{FF2B5EF4-FFF2-40B4-BE49-F238E27FC236}">
                <a16:creationId xmlns:a16="http://schemas.microsoft.com/office/drawing/2014/main" id="{A4C6A862-68F7-4921-7D47-DAF8AAD20842}"/>
              </a:ext>
            </a:extLst>
          </p:cNvPr>
          <p:cNvSpPr>
            <a:spLocks noGrp="1"/>
          </p:cNvSpPr>
          <p:nvPr>
            <p:ph type="dt" sz="half" idx="10"/>
          </p:nvPr>
        </p:nvSpPr>
        <p:spPr/>
        <p:txBody>
          <a:bodyPr/>
          <a:lstStyle/>
          <a:p>
            <a:fld id="{11B96697-4585-4368-989A-16003D150648}" type="datetime1">
              <a:rPr lang="de-CH" noProof="0" smtClean="0"/>
              <a:t>15.10.2026</a:t>
            </a:fld>
            <a:endParaRPr lang="de-CH" noProof="0"/>
          </a:p>
        </p:txBody>
      </p:sp>
      <p:sp>
        <p:nvSpPr>
          <p:cNvPr id="5" name="Fußzeilenplatzhalter 4">
            <a:extLst>
              <a:ext uri="{FF2B5EF4-FFF2-40B4-BE49-F238E27FC236}">
                <a16:creationId xmlns:a16="http://schemas.microsoft.com/office/drawing/2014/main" id="{750E8733-44EC-0784-3DBB-F739CB24544B}"/>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71257C0E-DF1C-F0D0-2E25-EF262226B258}"/>
              </a:ext>
            </a:extLst>
          </p:cNvPr>
          <p:cNvSpPr>
            <a:spLocks noGrp="1"/>
          </p:cNvSpPr>
          <p:nvPr>
            <p:ph type="sldNum" sz="quarter" idx="12"/>
          </p:nvPr>
        </p:nvSpPr>
        <p:spPr/>
        <p:txBody>
          <a:bodyPr/>
          <a:lstStyle/>
          <a:p>
            <a:fld id="{5ACA52AF-F19D-405C-AD5F-7D94B96A5CC3}" type="slidenum">
              <a:rPr lang="de-CH" noProof="0" smtClean="0"/>
              <a:t>3</a:t>
            </a:fld>
            <a:endParaRPr lang="de-CH" noProof="0"/>
          </a:p>
        </p:txBody>
      </p:sp>
      <p:graphicFrame>
        <p:nvGraphicFramePr>
          <p:cNvPr id="13" name="Diagramm 12">
            <a:extLst>
              <a:ext uri="{FF2B5EF4-FFF2-40B4-BE49-F238E27FC236}">
                <a16:creationId xmlns:a16="http://schemas.microsoft.com/office/drawing/2014/main" id="{06F645E3-B6F5-7EC9-8F12-4910AF8E0BF1}"/>
              </a:ext>
            </a:extLst>
          </p:cNvPr>
          <p:cNvGraphicFramePr/>
          <p:nvPr>
            <p:extLst>
              <p:ext uri="{D42A27DB-BD31-4B8C-83A1-F6EECF244321}">
                <p14:modId xmlns:p14="http://schemas.microsoft.com/office/powerpoint/2010/main" val="483223949"/>
              </p:ext>
            </p:extLst>
          </p:nvPr>
        </p:nvGraphicFramePr>
        <p:xfrm>
          <a:off x="2283054" y="1647019"/>
          <a:ext cx="6776656" cy="40437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2595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050A74-6ED2-41B3-AD63-74F89C447FBB}"/>
              </a:ext>
            </a:extLst>
          </p:cNvPr>
          <p:cNvSpPr>
            <a:spLocks noGrp="1"/>
          </p:cNvSpPr>
          <p:nvPr>
            <p:ph type="title"/>
          </p:nvPr>
        </p:nvSpPr>
        <p:spPr>
          <a:xfrm>
            <a:off x="731837" y="550728"/>
            <a:ext cx="10728325" cy="900000"/>
          </a:xfrm>
        </p:spPr>
        <p:txBody>
          <a:bodyPr/>
          <a:lstStyle/>
          <a:p>
            <a:r>
              <a:rPr lang="de-DE"/>
              <a:t>Research Question + Hypothesis</a:t>
            </a:r>
            <a:endParaRPr lang="de-CH"/>
          </a:p>
        </p:txBody>
      </p:sp>
      <p:sp>
        <p:nvSpPr>
          <p:cNvPr id="3" name="Inhaltsplatzhalter 2">
            <a:extLst>
              <a:ext uri="{FF2B5EF4-FFF2-40B4-BE49-F238E27FC236}">
                <a16:creationId xmlns:a16="http://schemas.microsoft.com/office/drawing/2014/main" id="{94792F61-F3A1-4E2C-B0EE-9742603FD08B}"/>
              </a:ext>
            </a:extLst>
          </p:cNvPr>
          <p:cNvSpPr>
            <a:spLocks noGrp="1"/>
          </p:cNvSpPr>
          <p:nvPr>
            <p:ph idx="1"/>
          </p:nvPr>
        </p:nvSpPr>
        <p:spPr>
          <a:xfrm>
            <a:off x="731838" y="1665513"/>
            <a:ext cx="10405748" cy="4427361"/>
          </a:xfrm>
        </p:spPr>
        <p:txBody>
          <a:bodyPr/>
          <a:lstStyle/>
          <a:p>
            <a:pPr marL="0" indent="0">
              <a:buNone/>
            </a:pPr>
            <a:r>
              <a:rPr lang="en-GB"/>
              <a:t>Can a subset of the </a:t>
            </a:r>
            <a:r>
              <a:rPr lang="en-GB" err="1"/>
              <a:t>aquired</a:t>
            </a:r>
            <a:r>
              <a:rPr lang="en-GB"/>
              <a:t> measurement features accurately predict the final expert </a:t>
            </a:r>
            <a:r>
              <a:rPr lang="en-GB" err="1"/>
              <a:t>fetal</a:t>
            </a:r>
            <a:r>
              <a:rPr lang="en-GB"/>
              <a:t> state classification (Normal, Suspect, or Pathologic) equivalent to the baseline model including all features?</a:t>
            </a:r>
          </a:p>
          <a:p>
            <a:pPr marL="0" indent="0">
              <a:buNone/>
            </a:pPr>
            <a:endParaRPr lang="en-GB"/>
          </a:p>
          <a:p>
            <a:pPr marL="0" indent="0">
              <a:buNone/>
            </a:pPr>
            <a:r>
              <a:rPr lang="en-GB"/>
              <a:t>H</a:t>
            </a:r>
            <a:r>
              <a:rPr lang="en-GB" sz="1200"/>
              <a:t>A</a:t>
            </a:r>
            <a:r>
              <a:rPr lang="en-GB"/>
              <a:t>: A subset of measurement features is sufficient to accurately predict the final expert </a:t>
            </a:r>
            <a:r>
              <a:rPr lang="en-GB" err="1"/>
              <a:t>fetal</a:t>
            </a:r>
            <a:r>
              <a:rPr lang="en-GB"/>
              <a:t>-state classification </a:t>
            </a:r>
            <a:r>
              <a:rPr lang="en-GB" u="sng"/>
              <a:t>equivalent</a:t>
            </a:r>
            <a:r>
              <a:rPr lang="en-GB"/>
              <a:t> to a baseline model including all features.</a:t>
            </a:r>
          </a:p>
          <a:p>
            <a:pPr marL="0" indent="0">
              <a:buNone/>
            </a:pPr>
            <a:r>
              <a:rPr lang="en-GB"/>
              <a:t>H</a:t>
            </a:r>
            <a:r>
              <a:rPr lang="en-GB" sz="1200"/>
              <a:t>0</a:t>
            </a:r>
            <a:r>
              <a:rPr lang="en-GB"/>
              <a:t>: A subset of measurement features is </a:t>
            </a:r>
            <a:r>
              <a:rPr lang="en-GB" u="sng"/>
              <a:t>in</a:t>
            </a:r>
            <a:r>
              <a:rPr lang="en-GB"/>
              <a:t>sufficient to accurately predict the final expert </a:t>
            </a:r>
            <a:r>
              <a:rPr lang="en-GB" err="1"/>
              <a:t>fetal</a:t>
            </a:r>
            <a:r>
              <a:rPr lang="en-GB"/>
              <a:t>-state classification being </a:t>
            </a:r>
            <a:r>
              <a:rPr lang="en-GB" u="sng"/>
              <a:t>inferior</a:t>
            </a:r>
            <a:r>
              <a:rPr lang="en-GB"/>
              <a:t> to a baseline model including all features.</a:t>
            </a:r>
          </a:p>
          <a:p>
            <a:pPr marL="0" indent="0">
              <a:buNone/>
            </a:pPr>
            <a:endParaRPr lang="en-GB"/>
          </a:p>
          <a:p>
            <a:pPr marL="0" indent="0">
              <a:buNone/>
            </a:pPr>
            <a:endParaRPr lang="en-GB"/>
          </a:p>
          <a:p>
            <a:pPr marL="0" indent="0">
              <a:buNone/>
            </a:pPr>
            <a:endParaRPr lang="de-CH"/>
          </a:p>
        </p:txBody>
      </p:sp>
      <p:sp>
        <p:nvSpPr>
          <p:cNvPr id="5" name="Fußzeilenplatzhalter 4">
            <a:extLst>
              <a:ext uri="{FF2B5EF4-FFF2-40B4-BE49-F238E27FC236}">
                <a16:creationId xmlns:a16="http://schemas.microsoft.com/office/drawing/2014/main" id="{4A08BFF2-5DEB-4FE4-A3E3-C18FD3A38B4D}"/>
              </a:ext>
            </a:extLst>
          </p:cNvPr>
          <p:cNvSpPr>
            <a:spLocks noGrp="1"/>
          </p:cNvSpPr>
          <p:nvPr>
            <p:ph type="ftr" sz="quarter" idx="11"/>
          </p:nvPr>
        </p:nvSpPr>
        <p:spPr/>
        <p:txBody>
          <a:bodyPr/>
          <a:lstStyle/>
          <a:p>
            <a:r>
              <a:rPr lang="de-DE" noProof="0"/>
              <a:t>Organisationseinheit verbal</a:t>
            </a:r>
            <a:endParaRPr lang="de-CH" noProof="0"/>
          </a:p>
        </p:txBody>
      </p:sp>
      <p:sp>
        <p:nvSpPr>
          <p:cNvPr id="4" name="Datumsplatzhalter 3">
            <a:extLst>
              <a:ext uri="{FF2B5EF4-FFF2-40B4-BE49-F238E27FC236}">
                <a16:creationId xmlns:a16="http://schemas.microsoft.com/office/drawing/2014/main" id="{FB726846-AD64-4677-BEA5-D3BDD96C70A4}"/>
              </a:ext>
            </a:extLst>
          </p:cNvPr>
          <p:cNvSpPr>
            <a:spLocks noGrp="1"/>
          </p:cNvSpPr>
          <p:nvPr>
            <p:ph type="dt" sz="half" idx="10"/>
          </p:nvPr>
        </p:nvSpPr>
        <p:spPr/>
        <p:txBody>
          <a:bodyPr/>
          <a:lstStyle/>
          <a:p>
            <a:fld id="{6BA2947E-D2DB-4F76-9588-775FC8D85F8C}" type="datetime1">
              <a:rPr lang="de-CH" noProof="0" smtClean="0"/>
              <a:t>15.10.2026</a:t>
            </a:fld>
            <a:endParaRPr lang="de-CH" noProof="0"/>
          </a:p>
        </p:txBody>
      </p:sp>
      <p:sp>
        <p:nvSpPr>
          <p:cNvPr id="6" name="Foliennummernplatzhalter 5">
            <a:extLst>
              <a:ext uri="{FF2B5EF4-FFF2-40B4-BE49-F238E27FC236}">
                <a16:creationId xmlns:a16="http://schemas.microsoft.com/office/drawing/2014/main" id="{9D665EC3-3ED3-4D21-AC3C-EAD0881BA091}"/>
              </a:ext>
            </a:extLst>
          </p:cNvPr>
          <p:cNvSpPr>
            <a:spLocks noGrp="1"/>
          </p:cNvSpPr>
          <p:nvPr>
            <p:ph type="sldNum" sz="quarter" idx="12"/>
          </p:nvPr>
        </p:nvSpPr>
        <p:spPr/>
        <p:txBody>
          <a:bodyPr/>
          <a:lstStyle/>
          <a:p>
            <a:fld id="{5ACA52AF-F19D-405C-AD5F-7D94B96A5CC3}" type="slidenum">
              <a:rPr lang="de-CH" noProof="0" smtClean="0"/>
              <a:t>4</a:t>
            </a:fld>
            <a:endParaRPr lang="de-CH" noProof="0"/>
          </a:p>
        </p:txBody>
      </p:sp>
      <p:pic>
        <p:nvPicPr>
          <p:cNvPr id="8" name="Grafik 7" descr="Marke Fragezeichen mit einfarbiger Füllung">
            <a:extLst>
              <a:ext uri="{FF2B5EF4-FFF2-40B4-BE49-F238E27FC236}">
                <a16:creationId xmlns:a16="http://schemas.microsoft.com/office/drawing/2014/main" id="{FDD2BD34-3556-2775-E2DF-ED10347013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84473" y="839223"/>
            <a:ext cx="914400" cy="914400"/>
          </a:xfrm>
          <a:prstGeom prst="rect">
            <a:avLst/>
          </a:prstGeom>
        </p:spPr>
      </p:pic>
    </p:spTree>
    <p:extLst>
      <p:ext uri="{BB962C8B-B14F-4D97-AF65-F5344CB8AC3E}">
        <p14:creationId xmlns:p14="http://schemas.microsoft.com/office/powerpoint/2010/main" val="3164086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F31ECF-EF04-4AAA-9A8E-583E3D217F33}"/>
              </a:ext>
            </a:extLst>
          </p:cNvPr>
          <p:cNvSpPr>
            <a:spLocks noGrp="1"/>
          </p:cNvSpPr>
          <p:nvPr>
            <p:ph type="title"/>
          </p:nvPr>
        </p:nvSpPr>
        <p:spPr>
          <a:xfrm>
            <a:off x="731837" y="533306"/>
            <a:ext cx="10728325" cy="450000"/>
          </a:xfrm>
        </p:spPr>
        <p:txBody>
          <a:bodyPr/>
          <a:lstStyle/>
          <a:p>
            <a:r>
              <a:rPr lang="de-CH"/>
              <a:t>Analysis Plan</a:t>
            </a:r>
          </a:p>
        </p:txBody>
      </p:sp>
      <p:sp>
        <p:nvSpPr>
          <p:cNvPr id="3" name="Inhaltsplatzhalter 2">
            <a:extLst>
              <a:ext uri="{FF2B5EF4-FFF2-40B4-BE49-F238E27FC236}">
                <a16:creationId xmlns:a16="http://schemas.microsoft.com/office/drawing/2014/main" id="{9EE0A683-618F-4D75-846F-0DB536B4E502}"/>
              </a:ext>
            </a:extLst>
          </p:cNvPr>
          <p:cNvSpPr>
            <a:spLocks noGrp="1"/>
          </p:cNvSpPr>
          <p:nvPr>
            <p:ph idx="1"/>
          </p:nvPr>
        </p:nvSpPr>
        <p:spPr>
          <a:xfrm>
            <a:off x="731836" y="1250315"/>
            <a:ext cx="5364163" cy="4680000"/>
          </a:xfrm>
        </p:spPr>
        <p:txBody>
          <a:bodyPr/>
          <a:lstStyle/>
          <a:p>
            <a:pPr marL="0" indent="0">
              <a:buNone/>
            </a:pPr>
            <a:r>
              <a:rPr lang="de-CH" sz="2200" b="1"/>
              <a:t>1. Data </a:t>
            </a:r>
            <a:r>
              <a:rPr lang="de-CH" sz="2200" b="1" err="1"/>
              <a:t>Preprocessing</a:t>
            </a:r>
            <a:endParaRPr lang="de-CH" sz="2200" b="1"/>
          </a:p>
          <a:p>
            <a:pPr lvl="0"/>
            <a:r>
              <a:rPr lang="de-CH" sz="1600" err="1"/>
              <a:t>stratified</a:t>
            </a:r>
            <a:r>
              <a:rPr lang="de-CH" sz="1600"/>
              <a:t> (80/20) </a:t>
            </a:r>
            <a:r>
              <a:rPr lang="de-CH" sz="1600" err="1"/>
              <a:t>train</a:t>
            </a:r>
            <a:r>
              <a:rPr lang="de-CH" sz="1600"/>
              <a:t>-test </a:t>
            </a:r>
            <a:r>
              <a:rPr lang="de-CH" sz="1600" err="1"/>
              <a:t>split</a:t>
            </a:r>
            <a:endParaRPr lang="de-CH" sz="1600"/>
          </a:p>
          <a:p>
            <a:pPr lvl="0"/>
            <a:r>
              <a:rPr lang="de-CH" sz="1600"/>
              <a:t>Check </a:t>
            </a:r>
            <a:r>
              <a:rPr lang="de-CH" sz="1600" err="1"/>
              <a:t>missing</a:t>
            </a:r>
            <a:r>
              <a:rPr lang="de-CH" sz="1600"/>
              <a:t> </a:t>
            </a:r>
            <a:r>
              <a:rPr lang="de-CH" sz="1600" err="1"/>
              <a:t>values</a:t>
            </a:r>
            <a:r>
              <a:rPr lang="de-CH" sz="1600"/>
              <a:t> and </a:t>
            </a:r>
            <a:r>
              <a:rPr lang="de-CH" sz="1600" err="1"/>
              <a:t>class</a:t>
            </a:r>
            <a:r>
              <a:rPr lang="de-CH" sz="1600"/>
              <a:t> </a:t>
            </a:r>
            <a:r>
              <a:rPr lang="de-CH" sz="1600" err="1"/>
              <a:t>distribution</a:t>
            </a:r>
            <a:endParaRPr lang="de-CH" sz="1600"/>
          </a:p>
          <a:p>
            <a:pPr lvl="0"/>
            <a:endParaRPr lang="de-CH" sz="1600"/>
          </a:p>
          <a:p>
            <a:pPr marL="0" indent="0">
              <a:buNone/>
            </a:pPr>
            <a:r>
              <a:rPr lang="de-CH" sz="2200" b="1"/>
              <a:t>2. Baseline Model</a:t>
            </a:r>
          </a:p>
          <a:p>
            <a:pPr lvl="0"/>
            <a:r>
              <a:rPr lang="de-CH" sz="1600"/>
              <a:t>Train a </a:t>
            </a:r>
            <a:r>
              <a:rPr lang="de-CH" sz="1600" err="1"/>
              <a:t>classifier</a:t>
            </a:r>
            <a:r>
              <a:rPr lang="de-CH" sz="1600"/>
              <a:t> </a:t>
            </a:r>
            <a:r>
              <a:rPr lang="de-CH" sz="1600" err="1"/>
              <a:t>using</a:t>
            </a:r>
            <a:r>
              <a:rPr lang="de-CH" sz="1600"/>
              <a:t> all 21 </a:t>
            </a:r>
            <a:r>
              <a:rPr lang="de-CH" sz="1600" err="1"/>
              <a:t>measurement</a:t>
            </a:r>
            <a:r>
              <a:rPr lang="de-CH" sz="1600"/>
              <a:t> </a:t>
            </a:r>
            <a:r>
              <a:rPr lang="de-CH" sz="1600" err="1"/>
              <a:t>features</a:t>
            </a:r>
            <a:endParaRPr lang="de-CH" sz="1600"/>
          </a:p>
          <a:p>
            <a:pPr lvl="0"/>
            <a:r>
              <a:rPr lang="de-CH" sz="1600" err="1"/>
              <a:t>Evaluate</a:t>
            </a:r>
            <a:r>
              <a:rPr lang="de-CH" sz="1600"/>
              <a:t> </a:t>
            </a:r>
            <a:r>
              <a:rPr lang="de-CH" sz="1600" err="1"/>
              <a:t>accuracy</a:t>
            </a:r>
            <a:r>
              <a:rPr lang="de-CH" sz="1600"/>
              <a:t>, macro-F1, and </a:t>
            </a:r>
            <a:r>
              <a:rPr lang="de-CH" sz="1600" err="1"/>
              <a:t>class-specific</a:t>
            </a:r>
            <a:r>
              <a:rPr lang="de-CH" sz="1600"/>
              <a:t> </a:t>
            </a:r>
            <a:r>
              <a:rPr lang="de-CH" sz="1600" err="1"/>
              <a:t>recall</a:t>
            </a:r>
            <a:endParaRPr lang="de-CH" sz="1600"/>
          </a:p>
          <a:p>
            <a:pPr lvl="0"/>
            <a:endParaRPr lang="de-CH" sz="1600"/>
          </a:p>
          <a:p>
            <a:pPr marL="0" indent="0">
              <a:buNone/>
            </a:pPr>
            <a:r>
              <a:rPr lang="de-CH" sz="2200" b="1"/>
              <a:t>3. Feature </a:t>
            </a:r>
            <a:r>
              <a:rPr lang="de-CH" sz="2200" b="1" err="1"/>
              <a:t>Selection</a:t>
            </a:r>
            <a:endParaRPr lang="de-CH" sz="2200" b="1"/>
          </a:p>
          <a:p>
            <a:pPr lvl="0"/>
            <a:r>
              <a:rPr lang="de-CH" sz="1600" err="1"/>
              <a:t>apply</a:t>
            </a:r>
            <a:r>
              <a:rPr lang="de-CH" sz="1600"/>
              <a:t> feature-</a:t>
            </a:r>
            <a:r>
              <a:rPr lang="de-CH" sz="1600" err="1"/>
              <a:t>selection</a:t>
            </a:r>
            <a:r>
              <a:rPr lang="de-CH" sz="1600"/>
              <a:t> </a:t>
            </a:r>
            <a:r>
              <a:rPr lang="de-CH" sz="1600" err="1"/>
              <a:t>methods</a:t>
            </a:r>
            <a:endParaRPr lang="de-CH" sz="1600"/>
          </a:p>
          <a:p>
            <a:pPr lvl="0"/>
            <a:r>
              <a:rPr lang="de-CH" sz="1600"/>
              <a:t>Perform </a:t>
            </a:r>
            <a:r>
              <a:rPr lang="de-CH" sz="1600" err="1"/>
              <a:t>selection</a:t>
            </a:r>
            <a:r>
              <a:rPr lang="de-CH" sz="1600"/>
              <a:t> and </a:t>
            </a:r>
            <a:r>
              <a:rPr lang="de-CH" sz="1600" err="1"/>
              <a:t>tuning</a:t>
            </a:r>
            <a:r>
              <a:rPr lang="de-CH" sz="1600"/>
              <a:t> </a:t>
            </a:r>
            <a:r>
              <a:rPr lang="de-CH" sz="1600" err="1"/>
              <a:t>within</a:t>
            </a:r>
            <a:r>
              <a:rPr lang="de-CH" sz="1600"/>
              <a:t> </a:t>
            </a:r>
            <a:r>
              <a:rPr lang="de-CH" sz="1600" err="1"/>
              <a:t>training</a:t>
            </a:r>
            <a:r>
              <a:rPr lang="de-CH" sz="1600"/>
              <a:t> </a:t>
            </a:r>
            <a:r>
              <a:rPr lang="de-CH" sz="1600" err="1"/>
              <a:t>cross</a:t>
            </a:r>
            <a:r>
              <a:rPr lang="de-CH" sz="1600"/>
              <a:t>-validation</a:t>
            </a:r>
          </a:p>
          <a:p>
            <a:pPr lvl="0"/>
            <a:r>
              <a:rPr lang="de-CH" sz="1600" err="1"/>
              <a:t>Identify</a:t>
            </a:r>
            <a:r>
              <a:rPr lang="de-CH" sz="1600"/>
              <a:t> </a:t>
            </a:r>
            <a:r>
              <a:rPr lang="de-CH" sz="1600" err="1"/>
              <a:t>candidate</a:t>
            </a:r>
            <a:r>
              <a:rPr lang="de-CH" sz="1600"/>
              <a:t> feature </a:t>
            </a:r>
            <a:r>
              <a:rPr lang="de-CH" sz="1600" err="1"/>
              <a:t>subsets</a:t>
            </a:r>
            <a:endParaRPr lang="de-CH" sz="1600"/>
          </a:p>
          <a:p>
            <a:pPr marL="0" indent="0">
              <a:buNone/>
            </a:pPr>
            <a:endParaRPr lang="de-CH"/>
          </a:p>
        </p:txBody>
      </p:sp>
      <p:sp>
        <p:nvSpPr>
          <p:cNvPr id="5" name="Fußzeilenplatzhalter 4">
            <a:extLst>
              <a:ext uri="{FF2B5EF4-FFF2-40B4-BE49-F238E27FC236}">
                <a16:creationId xmlns:a16="http://schemas.microsoft.com/office/drawing/2014/main" id="{572B1E5F-FA5D-4B47-A43F-C570AFE8C6D3}"/>
              </a:ext>
            </a:extLst>
          </p:cNvPr>
          <p:cNvSpPr>
            <a:spLocks noGrp="1"/>
          </p:cNvSpPr>
          <p:nvPr>
            <p:ph type="ftr" sz="quarter" idx="11"/>
          </p:nvPr>
        </p:nvSpPr>
        <p:spPr/>
        <p:txBody>
          <a:bodyPr/>
          <a:lstStyle/>
          <a:p>
            <a:r>
              <a:rPr lang="de-DE" noProof="0"/>
              <a:t>Organisationseinheit verbal</a:t>
            </a:r>
            <a:endParaRPr lang="de-CH" noProof="0"/>
          </a:p>
        </p:txBody>
      </p:sp>
      <p:sp>
        <p:nvSpPr>
          <p:cNvPr id="4" name="Datumsplatzhalter 3">
            <a:extLst>
              <a:ext uri="{FF2B5EF4-FFF2-40B4-BE49-F238E27FC236}">
                <a16:creationId xmlns:a16="http://schemas.microsoft.com/office/drawing/2014/main" id="{44DAA5A3-8CEF-4027-9289-B60138CD16A2}"/>
              </a:ext>
            </a:extLst>
          </p:cNvPr>
          <p:cNvSpPr>
            <a:spLocks noGrp="1"/>
          </p:cNvSpPr>
          <p:nvPr>
            <p:ph type="dt" sz="half" idx="10"/>
          </p:nvPr>
        </p:nvSpPr>
        <p:spPr/>
        <p:txBody>
          <a:bodyPr/>
          <a:lstStyle/>
          <a:p>
            <a:fld id="{8D93BFA6-70D2-4653-B5CB-D3376F3BFAE7}" type="datetime1">
              <a:rPr lang="de-CH" noProof="0" smtClean="0"/>
              <a:t>15.10.2026</a:t>
            </a:fld>
            <a:endParaRPr lang="de-CH" noProof="0"/>
          </a:p>
        </p:txBody>
      </p:sp>
      <p:sp>
        <p:nvSpPr>
          <p:cNvPr id="6" name="Foliennummernplatzhalter 5">
            <a:extLst>
              <a:ext uri="{FF2B5EF4-FFF2-40B4-BE49-F238E27FC236}">
                <a16:creationId xmlns:a16="http://schemas.microsoft.com/office/drawing/2014/main" id="{5C9B1E27-9E06-4598-A6EF-3BCBC8D0152F}"/>
              </a:ext>
            </a:extLst>
          </p:cNvPr>
          <p:cNvSpPr>
            <a:spLocks noGrp="1"/>
          </p:cNvSpPr>
          <p:nvPr>
            <p:ph type="sldNum" sz="quarter" idx="12"/>
          </p:nvPr>
        </p:nvSpPr>
        <p:spPr/>
        <p:txBody>
          <a:bodyPr/>
          <a:lstStyle/>
          <a:p>
            <a:fld id="{5ACA52AF-F19D-405C-AD5F-7D94B96A5CC3}" type="slidenum">
              <a:rPr lang="de-CH" noProof="0" smtClean="0"/>
              <a:t>5</a:t>
            </a:fld>
            <a:endParaRPr lang="de-CH" noProof="0"/>
          </a:p>
        </p:txBody>
      </p:sp>
      <p:sp>
        <p:nvSpPr>
          <p:cNvPr id="7" name="Inhaltsplatzhalter 2">
            <a:extLst>
              <a:ext uri="{FF2B5EF4-FFF2-40B4-BE49-F238E27FC236}">
                <a16:creationId xmlns:a16="http://schemas.microsoft.com/office/drawing/2014/main" id="{1508E509-B498-B79E-A5FF-42C8508D82E3}"/>
              </a:ext>
            </a:extLst>
          </p:cNvPr>
          <p:cNvSpPr txBox="1">
            <a:spLocks/>
          </p:cNvSpPr>
          <p:nvPr/>
        </p:nvSpPr>
        <p:spPr>
          <a:xfrm>
            <a:off x="6095999" y="1250315"/>
            <a:ext cx="5557520" cy="4680000"/>
          </a:xfrm>
          <a:prstGeom prst="rect">
            <a:avLst/>
          </a:prstGeom>
        </p:spPr>
        <p:txBody>
          <a:bodyPr vert="horz" lIns="0" tIns="0" rIns="0" bIns="0" rtlCol="0">
            <a:noAutofit/>
          </a:bodyPr>
          <a:lst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sz="2200" b="1"/>
              <a:t>4. </a:t>
            </a:r>
            <a:r>
              <a:rPr lang="de-CH" sz="2200" b="1" err="1"/>
              <a:t>Reduced</a:t>
            </a:r>
            <a:r>
              <a:rPr lang="de-CH" sz="2200" b="1"/>
              <a:t> Models</a:t>
            </a:r>
          </a:p>
          <a:p>
            <a:r>
              <a:rPr lang="de-CH" sz="1600"/>
              <a:t>Train </a:t>
            </a:r>
            <a:r>
              <a:rPr lang="de-CH" sz="1600" err="1"/>
              <a:t>models</a:t>
            </a:r>
            <a:r>
              <a:rPr lang="de-CH" sz="1600"/>
              <a:t> </a:t>
            </a:r>
            <a:r>
              <a:rPr lang="de-CH" sz="1600" err="1"/>
              <a:t>with</a:t>
            </a:r>
            <a:r>
              <a:rPr lang="de-CH" sz="1600"/>
              <a:t> </a:t>
            </a:r>
            <a:r>
              <a:rPr lang="de-CH" sz="1600" err="1"/>
              <a:t>progressively</a:t>
            </a:r>
            <a:r>
              <a:rPr lang="de-CH" sz="1600"/>
              <a:t> </a:t>
            </a:r>
            <a:r>
              <a:rPr lang="de-CH" sz="1600" err="1"/>
              <a:t>fewer</a:t>
            </a:r>
            <a:r>
              <a:rPr lang="de-CH" sz="1600"/>
              <a:t> </a:t>
            </a:r>
            <a:r>
              <a:rPr lang="de-CH" sz="1600" err="1"/>
              <a:t>features</a:t>
            </a:r>
            <a:endParaRPr lang="de-CH" sz="1600"/>
          </a:p>
          <a:p>
            <a:r>
              <a:rPr lang="de-CH" sz="1600" err="1"/>
              <a:t>Compare</a:t>
            </a:r>
            <a:r>
              <a:rPr lang="de-CH" sz="1600"/>
              <a:t> </a:t>
            </a:r>
            <a:r>
              <a:rPr lang="de-CH" sz="1600" err="1"/>
              <a:t>their</a:t>
            </a:r>
            <a:r>
              <a:rPr lang="de-CH" sz="1600"/>
              <a:t> </a:t>
            </a:r>
            <a:r>
              <a:rPr lang="de-CH" sz="1600" err="1"/>
              <a:t>performance</a:t>
            </a:r>
            <a:r>
              <a:rPr lang="de-CH" sz="1600"/>
              <a:t> </a:t>
            </a:r>
            <a:r>
              <a:rPr lang="de-CH" sz="1600" err="1"/>
              <a:t>with</a:t>
            </a:r>
            <a:r>
              <a:rPr lang="de-CH" sz="1600"/>
              <a:t> the </a:t>
            </a:r>
            <a:r>
              <a:rPr lang="de-CH" sz="1600" err="1"/>
              <a:t>full</a:t>
            </a:r>
            <a:r>
              <a:rPr lang="de-CH" sz="1600"/>
              <a:t>-feature </a:t>
            </a:r>
            <a:r>
              <a:rPr lang="de-CH" sz="1600" err="1"/>
              <a:t>baseline</a:t>
            </a:r>
            <a:endParaRPr lang="de-CH" sz="1600"/>
          </a:p>
          <a:p>
            <a:endParaRPr lang="de-CH" sz="1600"/>
          </a:p>
          <a:p>
            <a:pPr marL="0" indent="0">
              <a:buNone/>
            </a:pPr>
            <a:r>
              <a:rPr lang="de-CH" sz="2200" b="1"/>
              <a:t>5. Final Evaluation &amp; Hypothesis </a:t>
            </a:r>
            <a:r>
              <a:rPr lang="de-CH" sz="2200" b="1" err="1"/>
              <a:t>Testing</a:t>
            </a:r>
            <a:endParaRPr lang="de-CH" sz="2200" b="1"/>
          </a:p>
          <a:p>
            <a:pPr lvl="0"/>
            <a:r>
              <a:rPr lang="de-CH" err="1"/>
              <a:t>Evaluate</a:t>
            </a:r>
            <a:r>
              <a:rPr lang="de-CH"/>
              <a:t> all </a:t>
            </a:r>
            <a:r>
              <a:rPr lang="de-CH" err="1"/>
              <a:t>selected</a:t>
            </a:r>
            <a:r>
              <a:rPr lang="de-CH"/>
              <a:t> </a:t>
            </a:r>
            <a:r>
              <a:rPr lang="de-CH" err="1"/>
              <a:t>models</a:t>
            </a:r>
            <a:r>
              <a:rPr lang="de-CH"/>
              <a:t> on the same held-out </a:t>
            </a:r>
            <a:r>
              <a:rPr lang="de-CH" err="1"/>
              <a:t>test</a:t>
            </a:r>
            <a:r>
              <a:rPr lang="de-CH"/>
              <a:t> </a:t>
            </a:r>
            <a:r>
              <a:rPr lang="de-CH" err="1"/>
              <a:t>set</a:t>
            </a:r>
            <a:endParaRPr lang="de-CH"/>
          </a:p>
          <a:p>
            <a:pPr lvl="0"/>
            <a:r>
              <a:rPr lang="de-CH" err="1"/>
              <a:t>Quantify</a:t>
            </a:r>
            <a:r>
              <a:rPr lang="de-CH"/>
              <a:t> </a:t>
            </a:r>
            <a:r>
              <a:rPr lang="de-CH" err="1"/>
              <a:t>performance</a:t>
            </a:r>
            <a:r>
              <a:rPr lang="de-CH"/>
              <a:t> </a:t>
            </a:r>
            <a:r>
              <a:rPr lang="de-CH" err="1"/>
              <a:t>differences</a:t>
            </a:r>
            <a:r>
              <a:rPr lang="de-CH"/>
              <a:t> and </a:t>
            </a:r>
            <a:r>
              <a:rPr lang="de-CH" err="1"/>
              <a:t>uncertainty</a:t>
            </a:r>
            <a:endParaRPr lang="de-CH"/>
          </a:p>
          <a:p>
            <a:pPr marL="0" indent="0">
              <a:buNone/>
            </a:pPr>
            <a:endParaRPr lang="de-CH" sz="1600"/>
          </a:p>
          <a:p>
            <a:pPr marL="0" indent="0">
              <a:buFont typeface="Arial" panose="020B0604020202020204" pitchFamily="34" charset="0"/>
              <a:buNone/>
            </a:pPr>
            <a:endParaRPr lang="de-CH"/>
          </a:p>
        </p:txBody>
      </p:sp>
    </p:spTree>
    <p:extLst>
      <p:ext uri="{BB962C8B-B14F-4D97-AF65-F5344CB8AC3E}">
        <p14:creationId xmlns:p14="http://schemas.microsoft.com/office/powerpoint/2010/main" val="294303585"/>
      </p:ext>
    </p:extLst>
  </p:cSld>
  <p:clrMapOvr>
    <a:masterClrMapping/>
  </p:clrMapOvr>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pp_praesentation_ohne_klassifizierung.potx" id="{0BFE710E-D90C-4AB7-B3C8-631BF96DCF71}" vid="{D72B4D98-85F9-466B-8C05-5F1AFEE9FB88}"/>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eth_pp_praesentation_ohne_klassifizierung</Template>
  <TotalTime>0</TotalTime>
  <Application>Microsoft Office PowerPoint</Application>
  <PresentationFormat>Widescreen</PresentationFormat>
  <Slides>5</Slides>
  <Notes>2</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ETH Zürich</vt:lpstr>
      <vt:lpstr>Automated Analysis of Cardiotocograms</vt:lpstr>
      <vt:lpstr>Cardiotocography Dataset</vt:lpstr>
      <vt:lpstr>From measurements to classification</vt:lpstr>
      <vt:lpstr>Research Question + Hypothesis</vt:lpstr>
      <vt:lpstr>Analysis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Eugster  Samira</dc:creator>
  <cp:revision>1</cp:revision>
  <dcterms:created xsi:type="dcterms:W3CDTF">2026-10-13T09:55:48Z</dcterms:created>
  <dcterms:modified xsi:type="dcterms:W3CDTF">2026-10-15T08:36:44Z</dcterms:modified>
</cp:coreProperties>
</file>